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801"/>
    <a:srgbClr val="FF62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87A1D2-E4A0-43D4-B434-4B410B346F4B}" v="172" dt="2026-08-05T12:39:36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54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a Mahtab (IN)" userId="5c93c286-ba3e-4213-8537-771266b5db49" providerId="ADAL" clId="{242CF223-6272-4966-92EF-F4D0964DA484}"/>
    <pc:docChg chg="undo custSel addSld delSld modSld modMainMaster">
      <pc:chgData name="Dania Mahtab (IN)" userId="5c93c286-ba3e-4213-8537-771266b5db49" providerId="ADAL" clId="{242CF223-6272-4966-92EF-F4D0964DA484}" dt="2026-08-05T12:40:04.607" v="890" actId="1076"/>
      <pc:docMkLst>
        <pc:docMk/>
      </pc:docMkLst>
      <pc:sldChg chg="addSp delSp modSp mod setBg">
        <pc:chgData name="Dania Mahtab (IN)" userId="5c93c286-ba3e-4213-8537-771266b5db49" providerId="ADAL" clId="{242CF223-6272-4966-92EF-F4D0964DA484}" dt="2026-08-05T12:40:04.607" v="890" actId="1076"/>
        <pc:sldMkLst>
          <pc:docMk/>
          <pc:sldMk cId="0" sldId="256"/>
        </pc:sldMkLst>
        <pc:spChg chg="del mod">
          <ac:chgData name="Dania Mahtab (IN)" userId="5c93c286-ba3e-4213-8537-771266b5db49" providerId="ADAL" clId="{242CF223-6272-4966-92EF-F4D0964DA484}" dt="2026-08-05T12:11:41.237" v="93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Dania Mahtab (IN)" userId="5c93c286-ba3e-4213-8537-771266b5db49" providerId="ADAL" clId="{242CF223-6272-4966-92EF-F4D0964DA484}" dt="2026-08-05T12:11:39.526" v="92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Dania Mahtab (IN)" userId="5c93c286-ba3e-4213-8537-771266b5db49" providerId="ADAL" clId="{242CF223-6272-4966-92EF-F4D0964DA484}" dt="2026-08-05T12:11:43.019" v="94" actId="478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Dania Mahtab (IN)" userId="5c93c286-ba3e-4213-8537-771266b5db49" providerId="ADAL" clId="{242CF223-6272-4966-92EF-F4D0964DA484}" dt="2026-08-05T12:29:07.384" v="563" actId="478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Dania Mahtab (IN)" userId="5c93c286-ba3e-4213-8537-771266b5db49" providerId="ADAL" clId="{242CF223-6272-4966-92EF-F4D0964DA484}" dt="2026-08-05T12:29:07.384" v="563" actId="478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Dania Mahtab (IN)" userId="5c93c286-ba3e-4213-8537-771266b5db49" providerId="ADAL" clId="{242CF223-6272-4966-92EF-F4D0964DA484}" dt="2026-08-05T12:08:50.440" v="90" actId="478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Dania Mahtab (IN)" userId="5c93c286-ba3e-4213-8537-771266b5db49" providerId="ADAL" clId="{242CF223-6272-4966-92EF-F4D0964DA484}" dt="2026-08-05T12:15:02.046" v="143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Dania Mahtab (IN)" userId="5c93c286-ba3e-4213-8537-771266b5db49" providerId="ADAL" clId="{242CF223-6272-4966-92EF-F4D0964DA484}" dt="2026-08-05T12:12:03.227" v="97" actId="478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Dania Mahtab (IN)" userId="5c93c286-ba3e-4213-8537-771266b5db49" providerId="ADAL" clId="{242CF223-6272-4966-92EF-F4D0964DA484}" dt="2026-08-05T12:29:11.841" v="564" actId="478"/>
          <ac:spMkLst>
            <pc:docMk/>
            <pc:sldMk cId="0" sldId="256"/>
            <ac:spMk id="10" creationId="{00000000-0000-0000-0000-000000000000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18" creationId="{F0A6FABC-68DD-C61D-9FE0-1474C30DD1D2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20" creationId="{6DE40C67-F3CC-5572-1693-DDA34714217D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22" creationId="{2C0960D3-FF61-129F-C70D-0C2A73A2F5F7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24" creationId="{C87C6711-B3DE-3854-1C76-D23A6A2DC288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26" creationId="{35163140-61E6-A784-510E-510D51555A05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28" creationId="{E081E8F5-546C-F30C-A218-186F84D44D79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30" creationId="{240F0F38-D6D8-EC09-B07B-4DFCD52C583D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32" creationId="{6B6A2742-963D-F172-B5C1-961B2E54C747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34" creationId="{0A9142C5-7BC6-450B-8BA0-D49237108289}"/>
          </ac:spMkLst>
        </pc:spChg>
        <pc:spChg chg="add del">
          <ac:chgData name="Dania Mahtab (IN)" userId="5c93c286-ba3e-4213-8537-771266b5db49" providerId="ADAL" clId="{242CF223-6272-4966-92EF-F4D0964DA484}" dt="2026-08-05T12:28:32.055" v="548" actId="22"/>
          <ac:spMkLst>
            <pc:docMk/>
            <pc:sldMk cId="0" sldId="256"/>
            <ac:spMk id="36" creationId="{D8F5305A-B116-0601-8A08-13D87D631062}"/>
          </ac:spMkLst>
        </pc:spChg>
        <pc:spChg chg="add del">
          <ac:chgData name="Dania Mahtab (IN)" userId="5c93c286-ba3e-4213-8537-771266b5db49" providerId="ADAL" clId="{242CF223-6272-4966-92EF-F4D0964DA484}" dt="2026-08-05T12:32:13.805" v="602" actId="478"/>
          <ac:spMkLst>
            <pc:docMk/>
            <pc:sldMk cId="0" sldId="256"/>
            <ac:spMk id="40" creationId="{20E26B7C-31C2-43D0-37FC-9769CDE03A8F}"/>
          </ac:spMkLst>
        </pc:spChg>
        <pc:spChg chg="add mod">
          <ac:chgData name="Dania Mahtab (IN)" userId="5c93c286-ba3e-4213-8537-771266b5db49" providerId="ADAL" clId="{242CF223-6272-4966-92EF-F4D0964DA484}" dt="2026-08-05T12:29:53.701" v="570" actId="1076"/>
          <ac:spMkLst>
            <pc:docMk/>
            <pc:sldMk cId="0" sldId="256"/>
            <ac:spMk id="42" creationId="{0D0749C7-9F7C-E7FC-2FF1-9F10CC938F30}"/>
          </ac:spMkLst>
        </pc:spChg>
        <pc:spChg chg="add mod">
          <ac:chgData name="Dania Mahtab (IN)" userId="5c93c286-ba3e-4213-8537-771266b5db49" providerId="ADAL" clId="{242CF223-6272-4966-92EF-F4D0964DA484}" dt="2026-08-05T12:29:57.410" v="571" actId="1076"/>
          <ac:spMkLst>
            <pc:docMk/>
            <pc:sldMk cId="0" sldId="256"/>
            <ac:spMk id="44" creationId="{FDAE5939-6722-C06D-0B7A-4E589D1937C5}"/>
          </ac:spMkLst>
        </pc:spChg>
        <pc:spChg chg="add del">
          <ac:chgData name="Dania Mahtab (IN)" userId="5c93c286-ba3e-4213-8537-771266b5db49" providerId="ADAL" clId="{242CF223-6272-4966-92EF-F4D0964DA484}" dt="2026-08-05T12:30:02.952" v="572" actId="478"/>
          <ac:spMkLst>
            <pc:docMk/>
            <pc:sldMk cId="0" sldId="256"/>
            <ac:spMk id="46" creationId="{3C519AE1-5400-70E6-9A9B-8533C3C16909}"/>
          </ac:spMkLst>
        </pc:spChg>
        <pc:spChg chg="add del">
          <ac:chgData name="Dania Mahtab (IN)" userId="5c93c286-ba3e-4213-8537-771266b5db49" providerId="ADAL" clId="{242CF223-6272-4966-92EF-F4D0964DA484}" dt="2026-08-05T12:30:04.777" v="573" actId="478"/>
          <ac:spMkLst>
            <pc:docMk/>
            <pc:sldMk cId="0" sldId="256"/>
            <ac:spMk id="48" creationId="{C3EE2658-74CC-0AB2-F249-23A566399C1D}"/>
          </ac:spMkLst>
        </pc:spChg>
        <pc:spChg chg="add del mod">
          <ac:chgData name="Dania Mahtab (IN)" userId="5c93c286-ba3e-4213-8537-771266b5db49" providerId="ADAL" clId="{242CF223-6272-4966-92EF-F4D0964DA484}" dt="2026-08-05T12:38:25.539" v="846" actId="478"/>
          <ac:spMkLst>
            <pc:docMk/>
            <pc:sldMk cId="0" sldId="256"/>
            <ac:spMk id="50" creationId="{A8018544-46E0-DF98-D431-3BEAF68434A0}"/>
          </ac:spMkLst>
        </pc:spChg>
        <pc:spChg chg="add del mod">
          <ac:chgData name="Dania Mahtab (IN)" userId="5c93c286-ba3e-4213-8537-771266b5db49" providerId="ADAL" clId="{242CF223-6272-4966-92EF-F4D0964DA484}" dt="2026-08-05T12:31:39.532" v="601" actId="478"/>
          <ac:spMkLst>
            <pc:docMk/>
            <pc:sldMk cId="0" sldId="256"/>
            <ac:spMk id="52" creationId="{92AAA351-963F-F2F2-0785-EEEB20F8393B}"/>
          </ac:spMkLst>
        </pc:spChg>
        <pc:spChg chg="add mod">
          <ac:chgData name="Dania Mahtab (IN)" userId="5c93c286-ba3e-4213-8537-771266b5db49" providerId="ADAL" clId="{242CF223-6272-4966-92EF-F4D0964DA484}" dt="2026-08-05T12:39:57.573" v="889" actId="1076"/>
          <ac:spMkLst>
            <pc:docMk/>
            <pc:sldMk cId="0" sldId="256"/>
            <ac:spMk id="54" creationId="{EF7233EB-0724-655C-11FB-41A2685B1A1E}"/>
          </ac:spMkLst>
        </pc:spChg>
        <pc:spChg chg="add del">
          <ac:chgData name="Dania Mahtab (IN)" userId="5c93c286-ba3e-4213-8537-771266b5db49" providerId="ADAL" clId="{242CF223-6272-4966-92EF-F4D0964DA484}" dt="2026-08-05T12:32:24.625" v="603" actId="478"/>
          <ac:spMkLst>
            <pc:docMk/>
            <pc:sldMk cId="0" sldId="256"/>
            <ac:spMk id="56" creationId="{A64C287B-94BC-3DB4-699C-2BA5BE3A5FA0}"/>
          </ac:spMkLst>
        </pc:spChg>
        <pc:spChg chg="add del mod">
          <ac:chgData name="Dania Mahtab (IN)" userId="5c93c286-ba3e-4213-8537-771266b5db49" providerId="ADAL" clId="{242CF223-6272-4966-92EF-F4D0964DA484}" dt="2026-08-05T12:31:19.969" v="596" actId="478"/>
          <ac:spMkLst>
            <pc:docMk/>
            <pc:sldMk cId="0" sldId="256"/>
            <ac:spMk id="58" creationId="{886BDA8E-0797-817D-1FEB-93AC701B4989}"/>
          </ac:spMkLst>
        </pc:spChg>
        <pc:spChg chg="add mod">
          <ac:chgData name="Dania Mahtab (IN)" userId="5c93c286-ba3e-4213-8537-771266b5db49" providerId="ADAL" clId="{242CF223-6272-4966-92EF-F4D0964DA484}" dt="2026-08-05T12:30:23.459" v="577" actId="1076"/>
          <ac:spMkLst>
            <pc:docMk/>
            <pc:sldMk cId="0" sldId="256"/>
            <ac:spMk id="62" creationId="{32F0D269-DAB0-0615-F1EC-AE9D4F441E4A}"/>
          </ac:spMkLst>
        </pc:spChg>
        <pc:spChg chg="add mod">
          <ac:chgData name="Dania Mahtab (IN)" userId="5c93c286-ba3e-4213-8537-771266b5db49" providerId="ADAL" clId="{242CF223-6272-4966-92EF-F4D0964DA484}" dt="2026-08-05T12:30:41.134" v="581" actId="1076"/>
          <ac:spMkLst>
            <pc:docMk/>
            <pc:sldMk cId="0" sldId="256"/>
            <ac:spMk id="64" creationId="{E2401E3A-89C6-430C-77E2-90322A2461A0}"/>
          </ac:spMkLst>
        </pc:spChg>
        <pc:spChg chg="add del">
          <ac:chgData name="Dania Mahtab (IN)" userId="5c93c286-ba3e-4213-8537-771266b5db49" providerId="ADAL" clId="{242CF223-6272-4966-92EF-F4D0964DA484}" dt="2026-08-05T12:31:07.680" v="589" actId="22"/>
          <ac:spMkLst>
            <pc:docMk/>
            <pc:sldMk cId="0" sldId="256"/>
            <ac:spMk id="66" creationId="{B2D11D48-EB91-D514-744C-6A895966F700}"/>
          </ac:spMkLst>
        </pc:spChg>
        <pc:spChg chg="add del mod">
          <ac:chgData name="Dania Mahtab (IN)" userId="5c93c286-ba3e-4213-8537-771266b5db49" providerId="ADAL" clId="{242CF223-6272-4966-92EF-F4D0964DA484}" dt="2026-08-05T12:40:04.607" v="890" actId="1076"/>
          <ac:spMkLst>
            <pc:docMk/>
            <pc:sldMk cId="0" sldId="256"/>
            <ac:spMk id="68" creationId="{6CE0C666-012F-CAE9-6821-5C654387BEEB}"/>
          </ac:spMkLst>
        </pc:spChg>
        <pc:picChg chg="add del mod">
          <ac:chgData name="Dania Mahtab (IN)" userId="5c93c286-ba3e-4213-8537-771266b5db49" providerId="ADAL" clId="{242CF223-6272-4966-92EF-F4D0964DA484}" dt="2026-08-05T12:29:07.384" v="563" actId="478"/>
          <ac:picMkLst>
            <pc:docMk/>
            <pc:sldMk cId="0" sldId="256"/>
            <ac:picMk id="12" creationId="{ADB46FC7-E81C-0D28-DB98-350C947BFDCE}"/>
          </ac:picMkLst>
        </pc:picChg>
        <pc:picChg chg="add del mod modCrop">
          <ac:chgData name="Dania Mahtab (IN)" userId="5c93c286-ba3e-4213-8537-771266b5db49" providerId="ADAL" clId="{242CF223-6272-4966-92EF-F4D0964DA484}" dt="2026-08-05T12:15:02.018" v="141" actId="478"/>
          <ac:picMkLst>
            <pc:docMk/>
            <pc:sldMk cId="0" sldId="256"/>
            <ac:picMk id="14" creationId="{FFB644D5-C7BE-83B9-3287-B518F3082762}"/>
          </ac:picMkLst>
        </pc:picChg>
        <pc:picChg chg="add del mod">
          <ac:chgData name="Dania Mahtab (IN)" userId="5c93c286-ba3e-4213-8537-771266b5db49" providerId="ADAL" clId="{242CF223-6272-4966-92EF-F4D0964DA484}" dt="2026-08-05T12:28:34.542" v="555" actId="22"/>
          <ac:picMkLst>
            <pc:docMk/>
            <pc:sldMk cId="0" sldId="256"/>
            <ac:picMk id="16" creationId="{AE3C69F5-B9B6-BA27-4509-4794933D5FFE}"/>
          </ac:picMkLst>
        </pc:picChg>
        <pc:picChg chg="mod">
          <ac:chgData name="Dania Mahtab (IN)" userId="5c93c286-ba3e-4213-8537-771266b5db49" providerId="ADAL" clId="{242CF223-6272-4966-92EF-F4D0964DA484}" dt="2026-08-05T12:29:38.648" v="567" actId="1076"/>
          <ac:picMkLst>
            <pc:docMk/>
            <pc:sldMk cId="0" sldId="256"/>
            <ac:picMk id="60" creationId="{D23690D3-49B8-4EE2-57AD-EC07FE6B7C68}"/>
          </ac:picMkLst>
        </pc:picChg>
      </pc:sldChg>
      <pc:sldChg chg="addSp delSp modSp mod">
        <pc:chgData name="Dania Mahtab (IN)" userId="5c93c286-ba3e-4213-8537-771266b5db49" providerId="ADAL" clId="{242CF223-6272-4966-92EF-F4D0964DA484}" dt="2026-08-05T12:35:46.792" v="718" actId="207"/>
        <pc:sldMkLst>
          <pc:docMk/>
          <pc:sldMk cId="0" sldId="257"/>
        </pc:sldMkLst>
        <pc:spChg chg="del mod">
          <ac:chgData name="Dania Mahtab (IN)" userId="5c93c286-ba3e-4213-8537-771266b5db49" providerId="ADAL" clId="{242CF223-6272-4966-92EF-F4D0964DA484}" dt="2026-08-05T12:05:30.033" v="65" actId="478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Dania Mahtab (IN)" userId="5c93c286-ba3e-4213-8537-771266b5db49" providerId="ADAL" clId="{242CF223-6272-4966-92EF-F4D0964DA484}" dt="2026-08-05T12:35:46.792" v="718" actId="207"/>
          <ac:spMkLst>
            <pc:docMk/>
            <pc:sldMk cId="0" sldId="257"/>
            <ac:spMk id="3" creationId="{00000000-0000-0000-0000-000000000000}"/>
          </ac:spMkLst>
        </pc:spChg>
        <pc:spChg chg="del">
          <ac:chgData name="Dania Mahtab (IN)" userId="5c93c286-ba3e-4213-8537-771266b5db49" providerId="ADAL" clId="{242CF223-6272-4966-92EF-F4D0964DA484}" dt="2026-08-05T12:07:37.542" v="82" actId="478"/>
          <ac:spMkLst>
            <pc:docMk/>
            <pc:sldMk cId="0" sldId="257"/>
            <ac:spMk id="6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8:12.843" v="87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8:07.787" v="86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8:19.896" v="88" actId="1076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3:24.864" v="50" actId="1076"/>
          <ac:spMkLst>
            <pc:docMk/>
            <pc:sldMk cId="0" sldId="257"/>
            <ac:spMk id="15" creationId="{00000000-0000-0000-0000-000000000000}"/>
          </ac:spMkLst>
        </pc:spChg>
        <pc:spChg chg="add del mod">
          <ac:chgData name="Dania Mahtab (IN)" userId="5c93c286-ba3e-4213-8537-771266b5db49" providerId="ADAL" clId="{242CF223-6272-4966-92EF-F4D0964DA484}" dt="2026-08-05T12:03:42.327" v="58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3:25.804" v="55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3:23.517" v="44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3:24.464" v="48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3:24.677" v="49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3:34.659" v="56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5:10.654" v="62" actId="1410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5:02.972" v="61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7:31.529" v="81" actId="1410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5:52.567" v="68" actId="1076"/>
          <ac:spMkLst>
            <pc:docMk/>
            <pc:sldMk cId="0" sldId="257"/>
            <ac:spMk id="29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5:43.094" v="66" actId="107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5:43.094" v="66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5:43.094" v="66" actId="107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5:43.094" v="66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6:57.838" v="77" actId="14100"/>
          <ac:spMkLst>
            <pc:docMk/>
            <pc:sldMk cId="0" sldId="257"/>
            <ac:spMk id="34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6:09.149" v="69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6:09.149" v="69" actId="107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6:09.149" v="69" actId="1076"/>
          <ac:spMkLst>
            <pc:docMk/>
            <pc:sldMk cId="0" sldId="257"/>
            <ac:spMk id="37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6:18.500" v="70" actId="107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6:32.139" v="72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7:19.310" v="80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7:03.680" v="78" actId="107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Dania Mahtab (IN)" userId="5c93c286-ba3e-4213-8537-771266b5db49" providerId="ADAL" clId="{242CF223-6272-4966-92EF-F4D0964DA484}" dt="2026-08-05T12:06:09.149" v="69" actId="1076"/>
          <ac:spMkLst>
            <pc:docMk/>
            <pc:sldMk cId="0" sldId="257"/>
            <ac:spMk id="42" creationId="{00000000-0000-0000-0000-000000000000}"/>
          </ac:spMkLst>
        </pc:spChg>
        <pc:cxnChg chg="add del mod">
          <ac:chgData name="Dania Mahtab (IN)" userId="5c93c286-ba3e-4213-8537-771266b5db49" providerId="ADAL" clId="{242CF223-6272-4966-92EF-F4D0964DA484}" dt="2026-08-05T12:03:23.361" v="43" actId="11529"/>
          <ac:cxnSpMkLst>
            <pc:docMk/>
            <pc:sldMk cId="0" sldId="257"/>
            <ac:cxnSpMk id="44" creationId="{86A6BC8B-A255-1446-EE7A-7EC581919374}"/>
          </ac:cxnSpMkLst>
        </pc:cxnChg>
      </pc:sldChg>
      <pc:sldChg chg="addSp new del mod">
        <pc:chgData name="Dania Mahtab (IN)" userId="5c93c286-ba3e-4213-8537-771266b5db49" providerId="ADAL" clId="{242CF223-6272-4966-92EF-F4D0964DA484}" dt="2026-08-05T12:32:29.510" v="604" actId="47"/>
        <pc:sldMkLst>
          <pc:docMk/>
          <pc:sldMk cId="4168530866" sldId="258"/>
        </pc:sldMkLst>
        <pc:spChg chg="add">
          <ac:chgData name="Dania Mahtab (IN)" userId="5c93c286-ba3e-4213-8537-771266b5db49" providerId="ADAL" clId="{242CF223-6272-4966-92EF-F4D0964DA484}" dt="2026-08-05T12:28:52.815" v="561" actId="22"/>
          <ac:spMkLst>
            <pc:docMk/>
            <pc:sldMk cId="4168530866" sldId="258"/>
            <ac:spMk id="3" creationId="{DFA7CCF4-1F05-A441-1E80-3B3BEBD1B76D}"/>
          </ac:spMkLst>
        </pc:spChg>
        <pc:spChg chg="add">
          <ac:chgData name="Dania Mahtab (IN)" userId="5c93c286-ba3e-4213-8537-771266b5db49" providerId="ADAL" clId="{242CF223-6272-4966-92EF-F4D0964DA484}" dt="2026-08-05T12:28:59.283" v="562" actId="22"/>
          <ac:spMkLst>
            <pc:docMk/>
            <pc:sldMk cId="4168530866" sldId="258"/>
            <ac:spMk id="5" creationId="{7F50A13A-4C10-02FB-31C1-F40AF07D9D77}"/>
          </ac:spMkLst>
        </pc:spChg>
      </pc:sldChg>
      <pc:sldMasterChg chg="setBg">
        <pc:chgData name="Dania Mahtab (IN)" userId="5c93c286-ba3e-4213-8537-771266b5db49" providerId="ADAL" clId="{242CF223-6272-4966-92EF-F4D0964DA484}" dt="2026-08-05T12:36:38.872" v="720"/>
        <pc:sldMasterMkLst>
          <pc:docMk/>
          <pc:sldMasterMk cId="2209977519" sldId="2147483648"/>
        </pc:sldMasterMkLst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 bwMode="gray">
          <a:xfrm>
            <a:off x="2336801" y="2"/>
            <a:ext cx="9855200" cy="6176009"/>
            <a:chOff x="19140488" y="13674"/>
            <a:chExt cx="7443798" cy="6145827"/>
          </a:xfrm>
        </p:grpSpPr>
        <p:sp>
          <p:nvSpPr>
            <p:cNvPr id="23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28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3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9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</p:grpSp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presentation’s main title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21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 dirty="0" err="1"/>
              <a:t>www.pwc.com</a:t>
            </a:r>
            <a:endParaRPr lang="en-GB" noProof="0" dirty="0"/>
          </a:p>
        </p:txBody>
      </p:sp>
      <p:grpSp>
        <p:nvGrpSpPr>
          <p:cNvPr id="16" name="Group 32"/>
          <p:cNvGrpSpPr/>
          <p:nvPr/>
        </p:nvGrpSpPr>
        <p:grpSpPr>
          <a:xfrm>
            <a:off x="1291456" y="6170992"/>
            <a:ext cx="1219200" cy="533479"/>
            <a:chOff x="518032" y="978681"/>
            <a:chExt cx="4572000" cy="2667393"/>
          </a:xfrm>
        </p:grpSpPr>
        <p:sp>
          <p:nvSpPr>
            <p:cNvPr id="17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211865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711200" y="1752600"/>
            <a:ext cx="10769600" cy="4419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5" name="Shape 14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9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711200" y="1752602"/>
            <a:ext cx="52832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197602" y="1752600"/>
            <a:ext cx="5283199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11200" y="6477001"/>
            <a:ext cx="345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62" name="Shape 61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3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1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7" name="Content Placeholder 26"/>
          <p:cNvSpPr>
            <a:spLocks noGrp="1"/>
          </p:cNvSpPr>
          <p:nvPr>
            <p:ph sz="quarter" idx="13"/>
          </p:nvPr>
        </p:nvSpPr>
        <p:spPr>
          <a:xfrm>
            <a:off x="711200" y="1752602"/>
            <a:ext cx="34544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4368802" y="1752602"/>
            <a:ext cx="3454399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8026400" y="1752602"/>
            <a:ext cx="3454400" cy="441959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711200" y="6477001"/>
            <a:ext cx="3454400" cy="15240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9" name="Shape 18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0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und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711200" y="3352800"/>
            <a:ext cx="5283200" cy="2819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6197600" y="3352800"/>
            <a:ext cx="5283201" cy="28194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11200" y="6477001"/>
            <a:ext cx="345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711200" y="1752600"/>
            <a:ext cx="10769600" cy="14478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84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Lef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8026400" y="1752600"/>
            <a:ext cx="34544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8026400" y="4038600"/>
            <a:ext cx="34544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711200" y="1752600"/>
            <a:ext cx="7112000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11200" y="6477001"/>
            <a:ext cx="345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535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Two and Righ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6"/>
          <p:cNvSpPr>
            <a:spLocks noGrp="1"/>
          </p:cNvSpPr>
          <p:nvPr>
            <p:ph sz="quarter" idx="14"/>
          </p:nvPr>
        </p:nvSpPr>
        <p:spPr>
          <a:xfrm>
            <a:off x="711200" y="1752600"/>
            <a:ext cx="34544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711200" y="4038600"/>
            <a:ext cx="3454400" cy="2133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368800" y="1752600"/>
            <a:ext cx="7112000" cy="44196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11200" y="6477001"/>
            <a:ext cx="345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4" name="Shape 13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712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: One with I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8800" y="685800"/>
            <a:ext cx="7112000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1"/>
              <a:t>Click to edit Master title style</a:t>
            </a:r>
            <a:endParaRPr lang="en-GB" noProof="1"/>
          </a:p>
        </p:txBody>
      </p:sp>
      <p:sp>
        <p:nvSpPr>
          <p:cNvPr id="31" name="Content Placeholder 26"/>
          <p:cNvSpPr>
            <a:spLocks noGrp="1"/>
          </p:cNvSpPr>
          <p:nvPr>
            <p:ph sz="quarter" idx="15"/>
          </p:nvPr>
        </p:nvSpPr>
        <p:spPr>
          <a:xfrm>
            <a:off x="4368800" y="1752600"/>
            <a:ext cx="7112000" cy="44196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  <a:endParaRPr lang="en-GB" noProof="1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11200" y="1752600"/>
            <a:ext cx="3454400" cy="2130552"/>
          </a:xfrm>
        </p:spPr>
        <p:txBody>
          <a:bodyPr/>
          <a:lstStyle>
            <a:lvl1pPr>
              <a:defRPr sz="2400" b="1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711200" y="6477001"/>
            <a:ext cx="345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1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30" name="Shape 29"/>
          <p:cNvCxnSpPr/>
          <p:nvPr/>
        </p:nvCxnSpPr>
        <p:spPr>
          <a:xfrm rot="5400000" flipH="1" flipV="1">
            <a:off x="7747002" y="-2971800"/>
            <a:ext cx="152399" cy="73152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4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11200" y="6477001"/>
            <a:ext cx="345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0" name="Shape 9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958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517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11200" y="6477002"/>
            <a:ext cx="3454400" cy="152399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90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11200" y="6477002"/>
            <a:ext cx="3454400" cy="152399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sp>
        <p:nvSpPr>
          <p:cNvPr id="15" name="Content Placeholder 26"/>
          <p:cNvSpPr>
            <a:spLocks noGrp="1"/>
          </p:cNvSpPr>
          <p:nvPr>
            <p:ph sz="quarter" idx="15"/>
          </p:nvPr>
        </p:nvSpPr>
        <p:spPr>
          <a:xfrm>
            <a:off x="711200" y="1752600"/>
            <a:ext cx="10769600" cy="4419600"/>
          </a:xfrm>
        </p:spPr>
        <p:txBody>
          <a:bodyPr/>
          <a:lstStyle>
            <a:lvl1pPr>
              <a:defRPr sz="3200" baseline="0">
                <a:solidFill>
                  <a:schemeClr val="tx2"/>
                </a:solidFill>
              </a:defRPr>
            </a:lvl1pPr>
            <a:lvl2pPr>
              <a:buClr>
                <a:schemeClr val="tx2"/>
              </a:buClr>
              <a:defRPr sz="3200">
                <a:solidFill>
                  <a:schemeClr val="tx2"/>
                </a:solidFill>
              </a:defRPr>
            </a:lvl2pPr>
            <a:lvl3pPr>
              <a:buClr>
                <a:schemeClr val="tx2"/>
              </a:buClr>
              <a:defRPr sz="3200"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 sz="3200">
                <a:solidFill>
                  <a:schemeClr val="tx2"/>
                </a:solidFill>
              </a:defRPr>
            </a:lvl4pPr>
            <a:lvl5pPr>
              <a:buClr>
                <a:schemeClr val="tx2"/>
              </a:buClr>
              <a:defRPr sz="3200">
                <a:solidFill>
                  <a:schemeClr val="tx2"/>
                </a:solidFill>
              </a:defRPr>
            </a:lvl5pPr>
            <a:lvl6pPr>
              <a:buClr>
                <a:schemeClr val="tx2"/>
              </a:buClr>
              <a:defRPr sz="3200" baseline="0">
                <a:solidFill>
                  <a:schemeClr val="tx2"/>
                </a:solidFill>
              </a:defRPr>
            </a:lvl6pPr>
            <a:lvl7pPr>
              <a:buClr>
                <a:schemeClr val="tx2"/>
              </a:buClr>
              <a:buAutoNum type="alphaLcPeriod"/>
              <a:defRPr sz="3200" baseline="0">
                <a:solidFill>
                  <a:schemeClr val="tx2"/>
                </a:solidFill>
              </a:defRPr>
            </a:lvl7pPr>
            <a:lvl8pPr>
              <a:buClr>
                <a:schemeClr val="tx2"/>
              </a:buClr>
              <a:buNone/>
              <a:defRPr sz="3200">
                <a:solidFill>
                  <a:schemeClr val="tx2"/>
                </a:solidFill>
              </a:defRPr>
            </a:lvl8pPr>
            <a:lvl9pPr>
              <a:defRPr sz="32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61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 point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lnSpc>
                <a:spcPct val="100000"/>
              </a:lnSpc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1752600"/>
            <a:ext cx="10769600" cy="4419600"/>
          </a:xfrm>
        </p:spPr>
        <p:txBody>
          <a:bodyPr>
            <a:noAutofit/>
          </a:bodyPr>
          <a:lstStyle>
            <a:lvl1pPr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defRPr sz="3200" baseline="0">
                <a:solidFill>
                  <a:schemeClr val="bg1"/>
                </a:solidFill>
              </a:defRPr>
            </a:lvl1pPr>
            <a:lvl2pPr marL="444500" indent="-263525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2pPr>
            <a:lvl3pPr marL="714375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3pPr>
            <a:lvl4pPr marL="984250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4pPr>
            <a:lvl5pPr marL="1341438" indent="-266700">
              <a:lnSpc>
                <a:spcPts val="3600"/>
              </a:lnSpc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defRPr sz="3200">
                <a:solidFill>
                  <a:schemeClr val="bg1"/>
                </a:solidFill>
              </a:defRPr>
            </a:lvl5pPr>
            <a:lvl6pPr marL="1611313" indent="-271463">
              <a:lnSpc>
                <a:spcPts val="3600"/>
              </a:lnSpc>
              <a:spcBef>
                <a:spcPts val="0"/>
              </a:spcBef>
              <a:spcAft>
                <a:spcPts val="60"/>
              </a:spcAft>
              <a:buClr>
                <a:schemeClr val="bg1"/>
              </a:buClr>
              <a:buFont typeface="Arial" pitchFamily="34" charset="0"/>
              <a:buNone/>
              <a:defRPr sz="2800">
                <a:solidFill>
                  <a:schemeClr val="bg1"/>
                </a:solidFill>
              </a:defRPr>
            </a:lvl6pPr>
            <a:lvl7pPr>
              <a:defRPr sz="2800">
                <a:solidFill>
                  <a:schemeClr val="bg1"/>
                </a:solidFill>
              </a:defRPr>
            </a:lvl7pPr>
            <a:lvl8pPr>
              <a:lnSpc>
                <a:spcPts val="3600"/>
              </a:lnSpc>
              <a:defRPr sz="2800">
                <a:solidFill>
                  <a:schemeClr val="bg1"/>
                </a:solidFill>
              </a:defRPr>
            </a:lvl8pPr>
            <a:lvl9pPr>
              <a:defRPr sz="28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11200" y="6477002"/>
            <a:ext cx="3454400" cy="152399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539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711200" y="685802"/>
            <a:ext cx="10769600" cy="1066799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58" name="Subtitle 2"/>
          <p:cNvSpPr>
            <a:spLocks noGrp="1"/>
          </p:cNvSpPr>
          <p:nvPr>
            <p:ph type="subTitle" idx="1"/>
          </p:nvPr>
        </p:nvSpPr>
        <p:spPr bwMode="black">
          <a:xfrm>
            <a:off x="711200" y="1905002"/>
            <a:ext cx="10769600" cy="1371599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711200" y="6477002"/>
            <a:ext cx="3454400" cy="152399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61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lou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711200" y="685800"/>
            <a:ext cx="10769600" cy="1066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 bwMode="black">
          <a:xfrm>
            <a:off x="711200" y="1905000"/>
            <a:ext cx="10769600" cy="13716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711200" y="6477001"/>
            <a:ext cx="345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1" name="Shape 10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740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: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711200" y="685800"/>
            <a:ext cx="10769600" cy="10668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3"/>
          </p:nvPr>
        </p:nvSpPr>
        <p:spPr>
          <a:xfrm>
            <a:off x="711202" y="2819400"/>
            <a:ext cx="5283199" cy="3352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bg1"/>
              </a:buCl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33" name="Subtitle 2"/>
          <p:cNvSpPr>
            <a:spLocks noGrp="1"/>
          </p:cNvSpPr>
          <p:nvPr>
            <p:ph type="subTitle" idx="1"/>
          </p:nvPr>
        </p:nvSpPr>
        <p:spPr bwMode="black">
          <a:xfrm>
            <a:off x="711200" y="1905001"/>
            <a:ext cx="10769600" cy="7620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11200" y="6477001"/>
            <a:ext cx="345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sz="1000" noProof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PwC</a:t>
            </a:r>
          </a:p>
        </p:txBody>
      </p:sp>
      <p:cxnSp>
        <p:nvCxnSpPr>
          <p:cNvPr id="12" name="Shape 11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4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Fixe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Shape 140"/>
          <p:cNvCxnSpPr/>
          <p:nvPr/>
        </p:nvCxnSpPr>
        <p:spPr>
          <a:xfrm rot="5400000" flipH="1" flipV="1">
            <a:off x="6820410" y="-3874008"/>
            <a:ext cx="152399" cy="9119616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to add the presentation’s main title</a:t>
            </a:r>
          </a:p>
        </p:txBody>
      </p:sp>
      <p:sp>
        <p:nvSpPr>
          <p:cNvPr id="14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tx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144" name="Text Placeholder 31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www.pwc.com</a:t>
            </a:r>
          </a:p>
        </p:txBody>
      </p:sp>
      <p:grpSp>
        <p:nvGrpSpPr>
          <p:cNvPr id="102" name="Group 101"/>
          <p:cNvGrpSpPr>
            <a:grpSpLocks noChangeAspect="1"/>
          </p:cNvGrpSpPr>
          <p:nvPr/>
        </p:nvGrpSpPr>
        <p:grpSpPr>
          <a:xfrm>
            <a:off x="1291457" y="5768682"/>
            <a:ext cx="1643044" cy="935789"/>
            <a:chOff x="518032" y="-1032869"/>
            <a:chExt cx="6161413" cy="4678943"/>
          </a:xfrm>
        </p:grpSpPr>
        <p:grpSp>
          <p:nvGrpSpPr>
            <p:cNvPr id="103" name="Group 73"/>
            <p:cNvGrpSpPr>
              <a:grpSpLocks noChangeAspect="1"/>
            </p:cNvGrpSpPr>
            <p:nvPr/>
          </p:nvGrpSpPr>
          <p:grpSpPr>
            <a:xfrm>
              <a:off x="4438637" y="-1032863"/>
              <a:ext cx="2240792" cy="2011550"/>
              <a:chOff x="1905000" y="5715000"/>
              <a:chExt cx="445770" cy="381000"/>
            </a:xfrm>
          </p:grpSpPr>
          <p:sp>
            <p:nvSpPr>
              <p:cNvPr id="107" name="Rectangle 25"/>
              <p:cNvSpPr>
                <a:spLocks noChangeArrowheads="1"/>
              </p:cNvSpPr>
              <p:nvPr userDrawn="1"/>
            </p:nvSpPr>
            <p:spPr bwMode="gray">
              <a:xfrm>
                <a:off x="2293620" y="5988118"/>
                <a:ext cx="57150" cy="107882"/>
              </a:xfrm>
              <a:prstGeom prst="rect">
                <a:avLst/>
              </a:prstGeom>
              <a:solidFill>
                <a:srgbClr val="F445F6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08" name="Rectangle 26"/>
              <p:cNvSpPr>
                <a:spLocks noChangeArrowheads="1"/>
              </p:cNvSpPr>
              <p:nvPr userDrawn="1"/>
            </p:nvSpPr>
            <p:spPr bwMode="gray">
              <a:xfrm>
                <a:off x="2132171" y="5757333"/>
                <a:ext cx="44291" cy="66914"/>
              </a:xfrm>
              <a:prstGeom prst="rect">
                <a:avLst/>
              </a:prstGeom>
              <a:solidFill>
                <a:srgbClr val="F6B67F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09" name="Rectangle 27"/>
              <p:cNvSpPr>
                <a:spLocks noChangeArrowheads="1"/>
              </p:cNvSpPr>
              <p:nvPr userDrawn="1"/>
            </p:nvSpPr>
            <p:spPr bwMode="gray">
              <a:xfrm>
                <a:off x="1905000" y="5715000"/>
                <a:ext cx="227171" cy="42333"/>
              </a:xfrm>
              <a:prstGeom prst="rect">
                <a:avLst/>
              </a:prstGeom>
              <a:solidFill>
                <a:srgbClr val="F48F17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0" name="Rectangle 28"/>
              <p:cNvSpPr>
                <a:spLocks noChangeArrowheads="1"/>
              </p:cNvSpPr>
              <p:nvPr userDrawn="1"/>
            </p:nvSpPr>
            <p:spPr bwMode="gray">
              <a:xfrm>
                <a:off x="1905000" y="5757333"/>
                <a:ext cx="227171" cy="66914"/>
              </a:xfrm>
              <a:prstGeom prst="rect">
                <a:avLst/>
              </a:prstGeom>
              <a:solidFill>
                <a:srgbClr val="EB660B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1" name="Rectangle 29"/>
              <p:cNvSpPr>
                <a:spLocks noChangeArrowheads="1"/>
              </p:cNvSpPr>
              <p:nvPr userDrawn="1"/>
            </p:nvSpPr>
            <p:spPr bwMode="gray">
              <a:xfrm>
                <a:off x="2176462" y="5824247"/>
                <a:ext cx="117158" cy="163871"/>
              </a:xfrm>
              <a:prstGeom prst="rect">
                <a:avLst/>
              </a:prstGeom>
              <a:solidFill>
                <a:srgbClr val="F3BF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2" name="Rectangle 30"/>
              <p:cNvSpPr>
                <a:spLocks noChangeArrowheads="1"/>
              </p:cNvSpPr>
              <p:nvPr userDrawn="1"/>
            </p:nvSpPr>
            <p:spPr bwMode="gray">
              <a:xfrm>
                <a:off x="2176462" y="5988118"/>
                <a:ext cx="117158" cy="107882"/>
              </a:xfrm>
              <a:prstGeom prst="rect">
                <a:avLst/>
              </a:prstGeom>
              <a:solidFill>
                <a:srgbClr val="E934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3" name="Rectangle 31"/>
              <p:cNvSpPr>
                <a:spLocks noChangeArrowheads="1"/>
              </p:cNvSpPr>
              <p:nvPr userDrawn="1"/>
            </p:nvSpPr>
            <p:spPr bwMode="gray">
              <a:xfrm>
                <a:off x="2132171" y="5824247"/>
                <a:ext cx="44291" cy="163871"/>
              </a:xfrm>
              <a:prstGeom prst="rect">
                <a:avLst/>
              </a:prstGeom>
              <a:solidFill>
                <a:srgbClr val="EA88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4" name="Rectangle 32"/>
              <p:cNvSpPr>
                <a:spLocks noChangeArrowheads="1"/>
              </p:cNvSpPr>
              <p:nvPr userDrawn="1"/>
            </p:nvSpPr>
            <p:spPr bwMode="gray">
              <a:xfrm>
                <a:off x="2132171" y="5988118"/>
                <a:ext cx="44291" cy="107882"/>
              </a:xfrm>
              <a:prstGeom prst="rect">
                <a:avLst/>
              </a:prstGeom>
              <a:solidFill>
                <a:srgbClr val="E025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5" name="Freeform 33"/>
              <p:cNvSpPr>
                <a:spLocks/>
              </p:cNvSpPr>
              <p:nvPr userDrawn="1"/>
            </p:nvSpPr>
            <p:spPr bwMode="gray">
              <a:xfrm>
                <a:off x="1905000" y="5824247"/>
                <a:ext cx="227171" cy="1638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9" y="0"/>
                  </a:cxn>
                  <a:cxn ang="0">
                    <a:pos x="159" y="120"/>
                  </a:cxn>
                  <a:cxn ang="0">
                    <a:pos x="99" y="120"/>
                  </a:cxn>
                  <a:cxn ang="0">
                    <a:pos x="99" y="80"/>
                  </a:cxn>
                  <a:cxn ang="0">
                    <a:pos x="0" y="80"/>
                  </a:cxn>
                  <a:cxn ang="0">
                    <a:pos x="0" y="0"/>
                  </a:cxn>
                </a:cxnLst>
                <a:rect l="0" t="0" r="r" b="b"/>
                <a:pathLst>
                  <a:path w="159" h="120">
                    <a:moveTo>
                      <a:pt x="0" y="0"/>
                    </a:moveTo>
                    <a:lnTo>
                      <a:pt x="159" y="0"/>
                    </a:lnTo>
                    <a:lnTo>
                      <a:pt x="159" y="120"/>
                    </a:lnTo>
                    <a:lnTo>
                      <a:pt x="99" y="120"/>
                    </a:lnTo>
                    <a:lnTo>
                      <a:pt x="99" y="80"/>
                    </a:lnTo>
                    <a:lnTo>
                      <a:pt x="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C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6" name="Rectangle 34"/>
              <p:cNvSpPr>
                <a:spLocks noChangeArrowheads="1"/>
              </p:cNvSpPr>
              <p:nvPr userDrawn="1"/>
            </p:nvSpPr>
            <p:spPr bwMode="gray">
              <a:xfrm>
                <a:off x="2046446" y="5988118"/>
                <a:ext cx="85725" cy="107882"/>
              </a:xfrm>
              <a:prstGeom prst="rect">
                <a:avLst/>
              </a:prstGeom>
              <a:solidFill>
                <a:srgbClr val="D614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7" name="Rectangle 35"/>
              <p:cNvSpPr>
                <a:spLocks noChangeArrowheads="1"/>
              </p:cNvSpPr>
              <p:nvPr userDrawn="1"/>
            </p:nvSpPr>
            <p:spPr bwMode="gray">
              <a:xfrm>
                <a:off x="1905000" y="5933495"/>
                <a:ext cx="141446" cy="54624"/>
              </a:xfrm>
              <a:prstGeom prst="rect">
                <a:avLst/>
              </a:prstGeom>
              <a:solidFill>
                <a:srgbClr val="C93C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8" name="Rectangle 36"/>
              <p:cNvSpPr>
                <a:spLocks noChangeArrowheads="1"/>
              </p:cNvSpPr>
              <p:nvPr userDrawn="1"/>
            </p:nvSpPr>
            <p:spPr bwMode="gray">
              <a:xfrm>
                <a:off x="1905000" y="5988118"/>
                <a:ext cx="141446" cy="107882"/>
              </a:xfrm>
              <a:prstGeom prst="rect">
                <a:avLst/>
              </a:prstGeom>
              <a:solidFill>
                <a:srgbClr val="C01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19" name="Rectangle 25"/>
              <p:cNvSpPr>
                <a:spLocks noChangeArrowheads="1"/>
              </p:cNvSpPr>
              <p:nvPr/>
            </p:nvSpPr>
            <p:spPr bwMode="gray">
              <a:xfrm>
                <a:off x="2293620" y="5988118"/>
                <a:ext cx="57150" cy="107882"/>
              </a:xfrm>
              <a:prstGeom prst="rect">
                <a:avLst/>
              </a:prstGeom>
              <a:solidFill>
                <a:srgbClr val="F445F6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0" name="Rectangle 26"/>
              <p:cNvSpPr>
                <a:spLocks noChangeArrowheads="1"/>
              </p:cNvSpPr>
              <p:nvPr/>
            </p:nvSpPr>
            <p:spPr bwMode="gray">
              <a:xfrm>
                <a:off x="2132171" y="5757333"/>
                <a:ext cx="44291" cy="66914"/>
              </a:xfrm>
              <a:prstGeom prst="rect">
                <a:avLst/>
              </a:prstGeom>
              <a:solidFill>
                <a:srgbClr val="F6B67F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1" name="Rectangle 27"/>
              <p:cNvSpPr>
                <a:spLocks noChangeArrowheads="1"/>
              </p:cNvSpPr>
              <p:nvPr/>
            </p:nvSpPr>
            <p:spPr bwMode="gray">
              <a:xfrm>
                <a:off x="1905000" y="5715000"/>
                <a:ext cx="227171" cy="42333"/>
              </a:xfrm>
              <a:prstGeom prst="rect">
                <a:avLst/>
              </a:prstGeom>
              <a:solidFill>
                <a:srgbClr val="F48F17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2" name="Rectangle 28"/>
              <p:cNvSpPr>
                <a:spLocks noChangeArrowheads="1"/>
              </p:cNvSpPr>
              <p:nvPr/>
            </p:nvSpPr>
            <p:spPr bwMode="gray">
              <a:xfrm>
                <a:off x="1905000" y="5757333"/>
                <a:ext cx="227171" cy="66914"/>
              </a:xfrm>
              <a:prstGeom prst="rect">
                <a:avLst/>
              </a:prstGeom>
              <a:solidFill>
                <a:srgbClr val="EB660B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3" name="Rectangle 29"/>
              <p:cNvSpPr>
                <a:spLocks noChangeArrowheads="1"/>
              </p:cNvSpPr>
              <p:nvPr/>
            </p:nvSpPr>
            <p:spPr bwMode="gray">
              <a:xfrm>
                <a:off x="2176462" y="5824247"/>
                <a:ext cx="117158" cy="163871"/>
              </a:xfrm>
              <a:prstGeom prst="rect">
                <a:avLst/>
              </a:prstGeom>
              <a:solidFill>
                <a:srgbClr val="F3BF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4" name="Rectangle 30"/>
              <p:cNvSpPr>
                <a:spLocks noChangeArrowheads="1"/>
              </p:cNvSpPr>
              <p:nvPr/>
            </p:nvSpPr>
            <p:spPr bwMode="gray">
              <a:xfrm>
                <a:off x="2176462" y="5988118"/>
                <a:ext cx="117158" cy="107882"/>
              </a:xfrm>
              <a:prstGeom prst="rect">
                <a:avLst/>
              </a:prstGeom>
              <a:solidFill>
                <a:srgbClr val="E93409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5" name="Rectangle 31"/>
              <p:cNvSpPr>
                <a:spLocks noChangeArrowheads="1"/>
              </p:cNvSpPr>
              <p:nvPr/>
            </p:nvSpPr>
            <p:spPr bwMode="gray">
              <a:xfrm>
                <a:off x="2132171" y="5824247"/>
                <a:ext cx="44291" cy="163871"/>
              </a:xfrm>
              <a:prstGeom prst="rect">
                <a:avLst/>
              </a:prstGeom>
              <a:solidFill>
                <a:srgbClr val="EA88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6" name="Rectangle 32"/>
              <p:cNvSpPr>
                <a:spLocks noChangeArrowheads="1"/>
              </p:cNvSpPr>
              <p:nvPr/>
            </p:nvSpPr>
            <p:spPr bwMode="gray">
              <a:xfrm>
                <a:off x="2132171" y="5988118"/>
                <a:ext cx="44291" cy="107882"/>
              </a:xfrm>
              <a:prstGeom prst="rect">
                <a:avLst/>
              </a:prstGeom>
              <a:solidFill>
                <a:srgbClr val="E0250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7" name="Freeform 33"/>
              <p:cNvSpPr>
                <a:spLocks/>
              </p:cNvSpPr>
              <p:nvPr/>
            </p:nvSpPr>
            <p:spPr bwMode="gray">
              <a:xfrm>
                <a:off x="1905000" y="5824247"/>
                <a:ext cx="227171" cy="16387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9" y="0"/>
                  </a:cxn>
                  <a:cxn ang="0">
                    <a:pos x="159" y="120"/>
                  </a:cxn>
                  <a:cxn ang="0">
                    <a:pos x="99" y="120"/>
                  </a:cxn>
                  <a:cxn ang="0">
                    <a:pos x="99" y="80"/>
                  </a:cxn>
                  <a:cxn ang="0">
                    <a:pos x="0" y="80"/>
                  </a:cxn>
                  <a:cxn ang="0">
                    <a:pos x="0" y="0"/>
                  </a:cxn>
                </a:cxnLst>
                <a:rect l="0" t="0" r="r" b="b"/>
                <a:pathLst>
                  <a:path w="159" h="120">
                    <a:moveTo>
                      <a:pt x="0" y="0"/>
                    </a:moveTo>
                    <a:lnTo>
                      <a:pt x="159" y="0"/>
                    </a:lnTo>
                    <a:lnTo>
                      <a:pt x="159" y="120"/>
                    </a:lnTo>
                    <a:lnTo>
                      <a:pt x="99" y="120"/>
                    </a:lnTo>
                    <a:lnTo>
                      <a:pt x="99" y="80"/>
                    </a:lnTo>
                    <a:lnTo>
                      <a:pt x="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4C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8" name="Rectangle 34"/>
              <p:cNvSpPr>
                <a:spLocks noChangeArrowheads="1"/>
              </p:cNvSpPr>
              <p:nvPr/>
            </p:nvSpPr>
            <p:spPr bwMode="gray">
              <a:xfrm>
                <a:off x="2046446" y="5988118"/>
                <a:ext cx="85725" cy="107882"/>
              </a:xfrm>
              <a:prstGeom prst="rect">
                <a:avLst/>
              </a:prstGeom>
              <a:solidFill>
                <a:srgbClr val="D614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29" name="Rectangle 35"/>
              <p:cNvSpPr>
                <a:spLocks noChangeArrowheads="1"/>
              </p:cNvSpPr>
              <p:nvPr/>
            </p:nvSpPr>
            <p:spPr bwMode="gray">
              <a:xfrm>
                <a:off x="1905000" y="5933495"/>
                <a:ext cx="141446" cy="54624"/>
              </a:xfrm>
              <a:prstGeom prst="rect">
                <a:avLst/>
              </a:prstGeom>
              <a:solidFill>
                <a:srgbClr val="C93C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30" name="Rectangle 36"/>
              <p:cNvSpPr>
                <a:spLocks noChangeArrowheads="1"/>
              </p:cNvSpPr>
              <p:nvPr/>
            </p:nvSpPr>
            <p:spPr bwMode="gray">
              <a:xfrm>
                <a:off x="1905000" y="5988118"/>
                <a:ext cx="141446" cy="107882"/>
              </a:xfrm>
              <a:prstGeom prst="rect">
                <a:avLst/>
              </a:prstGeom>
              <a:solidFill>
                <a:srgbClr val="C01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</p:grpSp>
        <p:grpSp>
          <p:nvGrpSpPr>
            <p:cNvPr id="104" name="Group 32"/>
            <p:cNvGrpSpPr/>
            <p:nvPr/>
          </p:nvGrpSpPr>
          <p:grpSpPr>
            <a:xfrm>
              <a:off x="518032" y="978681"/>
              <a:ext cx="4572000" cy="2667393"/>
              <a:chOff x="518032" y="978681"/>
              <a:chExt cx="4572000" cy="2667393"/>
            </a:xfrm>
          </p:grpSpPr>
          <p:sp>
            <p:nvSpPr>
              <p:cNvPr id="105" name="Rectangle 37"/>
              <p:cNvSpPr>
                <a:spLocks noChangeArrowheads="1"/>
              </p:cNvSpPr>
              <p:nvPr userDrawn="1"/>
            </p:nvSpPr>
            <p:spPr bwMode="black">
              <a:xfrm>
                <a:off x="3295650" y="978681"/>
                <a:ext cx="1143000" cy="263229"/>
              </a:xfrm>
              <a:prstGeom prst="rect">
                <a:avLst/>
              </a:prstGeom>
              <a:solidFill>
                <a:srgbClr val="A10000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  <p:sp>
            <p:nvSpPr>
              <p:cNvPr id="106" name="Freeform 7"/>
              <p:cNvSpPr>
                <a:spLocks noEditPoints="1"/>
              </p:cNvSpPr>
              <p:nvPr userDrawn="1"/>
            </p:nvSpPr>
            <p:spPr bwMode="black">
              <a:xfrm>
                <a:off x="518032" y="1922794"/>
                <a:ext cx="4572000" cy="1723280"/>
              </a:xfrm>
              <a:custGeom>
                <a:avLst/>
                <a:gdLst/>
                <a:ahLst/>
                <a:cxnLst>
                  <a:cxn ang="0">
                    <a:pos x="581" y="233"/>
                  </a:cxn>
                  <a:cxn ang="0">
                    <a:pos x="538" y="949"/>
                  </a:cxn>
                  <a:cxn ang="0">
                    <a:pos x="630" y="946"/>
                  </a:cxn>
                  <a:cxn ang="0">
                    <a:pos x="793" y="880"/>
                  </a:cxn>
                  <a:cxn ang="0">
                    <a:pos x="886" y="728"/>
                  </a:cxn>
                  <a:cxn ang="0">
                    <a:pos x="905" y="505"/>
                  </a:cxn>
                  <a:cxn ang="0">
                    <a:pos x="850" y="329"/>
                  </a:cxn>
                  <a:cxn ang="0">
                    <a:pos x="727" y="241"/>
                  </a:cxn>
                  <a:cxn ang="0">
                    <a:pos x="521" y="3"/>
                  </a:cxn>
                  <a:cxn ang="0">
                    <a:pos x="643" y="74"/>
                  </a:cxn>
                  <a:cxn ang="0">
                    <a:pos x="761" y="24"/>
                  </a:cxn>
                  <a:cxn ang="0">
                    <a:pos x="855" y="9"/>
                  </a:cxn>
                  <a:cxn ang="0">
                    <a:pos x="1026" y="40"/>
                  </a:cxn>
                  <a:cxn ang="0">
                    <a:pos x="1180" y="172"/>
                  </a:cxn>
                  <a:cxn ang="0">
                    <a:pos x="1265" y="383"/>
                  </a:cxn>
                  <a:cxn ang="0">
                    <a:pos x="1265" y="641"/>
                  </a:cxn>
                  <a:cxn ang="0">
                    <a:pos x="1175" y="857"/>
                  </a:cxn>
                  <a:cxn ang="0">
                    <a:pos x="1005" y="1006"/>
                  </a:cxn>
                  <a:cxn ang="0">
                    <a:pos x="766" y="1074"/>
                  </a:cxn>
                  <a:cxn ang="0">
                    <a:pos x="601" y="1074"/>
                  </a:cxn>
                  <a:cxn ang="0">
                    <a:pos x="692" y="1447"/>
                  </a:cxn>
                  <a:cxn ang="0">
                    <a:pos x="171" y="1408"/>
                  </a:cxn>
                  <a:cxn ang="0">
                    <a:pos x="413" y="3"/>
                  </a:cxn>
                  <a:cxn ang="0">
                    <a:pos x="3876" y="20"/>
                  </a:cxn>
                  <a:cxn ang="0">
                    <a:pos x="4036" y="100"/>
                  </a:cxn>
                  <a:cxn ang="0">
                    <a:pos x="4113" y="232"/>
                  </a:cxn>
                  <a:cxn ang="0">
                    <a:pos x="4091" y="362"/>
                  </a:cxn>
                  <a:cxn ang="0">
                    <a:pos x="3995" y="436"/>
                  </a:cxn>
                  <a:cxn ang="0">
                    <a:pos x="3859" y="438"/>
                  </a:cxn>
                  <a:cxn ang="0">
                    <a:pos x="3757" y="114"/>
                  </a:cxn>
                  <a:cxn ang="0">
                    <a:pos x="3597" y="187"/>
                  </a:cxn>
                  <a:cxn ang="0">
                    <a:pos x="3508" y="339"/>
                  </a:cxn>
                  <a:cxn ang="0">
                    <a:pos x="3489" y="565"/>
                  </a:cxn>
                  <a:cxn ang="0">
                    <a:pos x="3547" y="753"/>
                  </a:cxn>
                  <a:cxn ang="0">
                    <a:pos x="3668" y="869"/>
                  </a:cxn>
                  <a:cxn ang="0">
                    <a:pos x="3821" y="896"/>
                  </a:cxn>
                  <a:cxn ang="0">
                    <a:pos x="3931" y="872"/>
                  </a:cxn>
                  <a:cxn ang="0">
                    <a:pos x="4079" y="810"/>
                  </a:cxn>
                  <a:cxn ang="0">
                    <a:pos x="4016" y="1024"/>
                  </a:cxn>
                  <a:cxn ang="0">
                    <a:pos x="3830" y="1080"/>
                  </a:cxn>
                  <a:cxn ang="0">
                    <a:pos x="3651" y="1095"/>
                  </a:cxn>
                  <a:cxn ang="0">
                    <a:pos x="3426" y="1060"/>
                  </a:cxn>
                  <a:cxn ang="0">
                    <a:pos x="3255" y="947"/>
                  </a:cxn>
                  <a:cxn ang="0">
                    <a:pos x="3140" y="772"/>
                  </a:cxn>
                  <a:cxn ang="0">
                    <a:pos x="3101" y="561"/>
                  </a:cxn>
                  <a:cxn ang="0">
                    <a:pos x="3153" y="318"/>
                  </a:cxn>
                  <a:cxn ang="0">
                    <a:pos x="3293" y="135"/>
                  </a:cxn>
                  <a:cxn ang="0">
                    <a:pos x="3508" y="27"/>
                  </a:cxn>
                  <a:cxn ang="0">
                    <a:pos x="2910" y="0"/>
                  </a:cxn>
                  <a:cxn ang="0">
                    <a:pos x="3040" y="52"/>
                  </a:cxn>
                  <a:cxn ang="0">
                    <a:pos x="3093" y="178"/>
                  </a:cxn>
                  <a:cxn ang="0">
                    <a:pos x="3071" y="277"/>
                  </a:cxn>
                  <a:cxn ang="0">
                    <a:pos x="3004" y="393"/>
                  </a:cxn>
                  <a:cxn ang="0">
                    <a:pos x="2876" y="561"/>
                  </a:cxn>
                  <a:cxn ang="0">
                    <a:pos x="1784" y="1078"/>
                  </a:cxn>
                  <a:cxn ang="0">
                    <a:pos x="1313" y="118"/>
                  </a:cxn>
                  <a:cxn ang="0">
                    <a:pos x="2247" y="25"/>
                  </a:cxn>
                  <a:cxn ang="0">
                    <a:pos x="2759" y="62"/>
                  </a:cxn>
                  <a:cxn ang="0">
                    <a:pos x="2872" y="4"/>
                  </a:cxn>
                </a:cxnLst>
                <a:rect l="0" t="0" r="r" b="b"/>
                <a:pathLst>
                  <a:path w="4127" h="1544">
                    <a:moveTo>
                      <a:pt x="640" y="229"/>
                    </a:moveTo>
                    <a:lnTo>
                      <a:pt x="622" y="229"/>
                    </a:lnTo>
                    <a:lnTo>
                      <a:pt x="603" y="230"/>
                    </a:lnTo>
                    <a:lnTo>
                      <a:pt x="581" y="233"/>
                    </a:lnTo>
                    <a:lnTo>
                      <a:pt x="553" y="235"/>
                    </a:lnTo>
                    <a:lnTo>
                      <a:pt x="521" y="241"/>
                    </a:lnTo>
                    <a:lnTo>
                      <a:pt x="521" y="947"/>
                    </a:lnTo>
                    <a:lnTo>
                      <a:pt x="538" y="949"/>
                    </a:lnTo>
                    <a:lnTo>
                      <a:pt x="553" y="949"/>
                    </a:lnTo>
                    <a:lnTo>
                      <a:pt x="566" y="949"/>
                    </a:lnTo>
                    <a:lnTo>
                      <a:pt x="578" y="949"/>
                    </a:lnTo>
                    <a:lnTo>
                      <a:pt x="630" y="946"/>
                    </a:lnTo>
                    <a:lnTo>
                      <a:pt x="677" y="937"/>
                    </a:lnTo>
                    <a:lnTo>
                      <a:pt x="720" y="924"/>
                    </a:lnTo>
                    <a:lnTo>
                      <a:pt x="758" y="905"/>
                    </a:lnTo>
                    <a:lnTo>
                      <a:pt x="793" y="880"/>
                    </a:lnTo>
                    <a:lnTo>
                      <a:pt x="824" y="850"/>
                    </a:lnTo>
                    <a:lnTo>
                      <a:pt x="849" y="815"/>
                    </a:lnTo>
                    <a:lnTo>
                      <a:pt x="870" y="775"/>
                    </a:lnTo>
                    <a:lnTo>
                      <a:pt x="886" y="728"/>
                    </a:lnTo>
                    <a:lnTo>
                      <a:pt x="897" y="678"/>
                    </a:lnTo>
                    <a:lnTo>
                      <a:pt x="905" y="622"/>
                    </a:lnTo>
                    <a:lnTo>
                      <a:pt x="907" y="561"/>
                    </a:lnTo>
                    <a:lnTo>
                      <a:pt x="905" y="505"/>
                    </a:lnTo>
                    <a:lnTo>
                      <a:pt x="897" y="452"/>
                    </a:lnTo>
                    <a:lnTo>
                      <a:pt x="886" y="407"/>
                    </a:lnTo>
                    <a:lnTo>
                      <a:pt x="870" y="366"/>
                    </a:lnTo>
                    <a:lnTo>
                      <a:pt x="850" y="329"/>
                    </a:lnTo>
                    <a:lnTo>
                      <a:pt x="826" y="299"/>
                    </a:lnTo>
                    <a:lnTo>
                      <a:pt x="797" y="274"/>
                    </a:lnTo>
                    <a:lnTo>
                      <a:pt x="763" y="254"/>
                    </a:lnTo>
                    <a:lnTo>
                      <a:pt x="727" y="241"/>
                    </a:lnTo>
                    <a:lnTo>
                      <a:pt x="686" y="232"/>
                    </a:lnTo>
                    <a:lnTo>
                      <a:pt x="640" y="229"/>
                    </a:lnTo>
                    <a:close/>
                    <a:moveTo>
                      <a:pt x="413" y="3"/>
                    </a:moveTo>
                    <a:lnTo>
                      <a:pt x="521" y="3"/>
                    </a:lnTo>
                    <a:lnTo>
                      <a:pt x="521" y="143"/>
                    </a:lnTo>
                    <a:lnTo>
                      <a:pt x="566" y="117"/>
                    </a:lnTo>
                    <a:lnTo>
                      <a:pt x="607" y="93"/>
                    </a:lnTo>
                    <a:lnTo>
                      <a:pt x="643" y="74"/>
                    </a:lnTo>
                    <a:lnTo>
                      <a:pt x="677" y="57"/>
                    </a:lnTo>
                    <a:lnTo>
                      <a:pt x="707" y="44"/>
                    </a:lnTo>
                    <a:lnTo>
                      <a:pt x="735" y="33"/>
                    </a:lnTo>
                    <a:lnTo>
                      <a:pt x="761" y="24"/>
                    </a:lnTo>
                    <a:lnTo>
                      <a:pt x="785" y="18"/>
                    </a:lnTo>
                    <a:lnTo>
                      <a:pt x="809" y="13"/>
                    </a:lnTo>
                    <a:lnTo>
                      <a:pt x="831" y="10"/>
                    </a:lnTo>
                    <a:lnTo>
                      <a:pt x="855" y="9"/>
                    </a:lnTo>
                    <a:lnTo>
                      <a:pt x="879" y="8"/>
                    </a:lnTo>
                    <a:lnTo>
                      <a:pt x="931" y="12"/>
                    </a:lnTo>
                    <a:lnTo>
                      <a:pt x="980" y="23"/>
                    </a:lnTo>
                    <a:lnTo>
                      <a:pt x="1026" y="40"/>
                    </a:lnTo>
                    <a:lnTo>
                      <a:pt x="1070" y="64"/>
                    </a:lnTo>
                    <a:lnTo>
                      <a:pt x="1110" y="94"/>
                    </a:lnTo>
                    <a:lnTo>
                      <a:pt x="1148" y="130"/>
                    </a:lnTo>
                    <a:lnTo>
                      <a:pt x="1180" y="172"/>
                    </a:lnTo>
                    <a:lnTo>
                      <a:pt x="1209" y="218"/>
                    </a:lnTo>
                    <a:lnTo>
                      <a:pt x="1233" y="268"/>
                    </a:lnTo>
                    <a:lnTo>
                      <a:pt x="1252" y="324"/>
                    </a:lnTo>
                    <a:lnTo>
                      <a:pt x="1265" y="383"/>
                    </a:lnTo>
                    <a:lnTo>
                      <a:pt x="1274" y="446"/>
                    </a:lnTo>
                    <a:lnTo>
                      <a:pt x="1278" y="512"/>
                    </a:lnTo>
                    <a:lnTo>
                      <a:pt x="1274" y="578"/>
                    </a:lnTo>
                    <a:lnTo>
                      <a:pt x="1265" y="641"/>
                    </a:lnTo>
                    <a:lnTo>
                      <a:pt x="1252" y="701"/>
                    </a:lnTo>
                    <a:lnTo>
                      <a:pt x="1232" y="756"/>
                    </a:lnTo>
                    <a:lnTo>
                      <a:pt x="1205" y="809"/>
                    </a:lnTo>
                    <a:lnTo>
                      <a:pt x="1175" y="857"/>
                    </a:lnTo>
                    <a:lnTo>
                      <a:pt x="1140" y="901"/>
                    </a:lnTo>
                    <a:lnTo>
                      <a:pt x="1099" y="941"/>
                    </a:lnTo>
                    <a:lnTo>
                      <a:pt x="1054" y="976"/>
                    </a:lnTo>
                    <a:lnTo>
                      <a:pt x="1005" y="1006"/>
                    </a:lnTo>
                    <a:lnTo>
                      <a:pt x="951" y="1031"/>
                    </a:lnTo>
                    <a:lnTo>
                      <a:pt x="894" y="1051"/>
                    </a:lnTo>
                    <a:lnTo>
                      <a:pt x="831" y="1065"/>
                    </a:lnTo>
                    <a:lnTo>
                      <a:pt x="766" y="1074"/>
                    </a:lnTo>
                    <a:lnTo>
                      <a:pt x="696" y="1078"/>
                    </a:lnTo>
                    <a:lnTo>
                      <a:pt x="670" y="1078"/>
                    </a:lnTo>
                    <a:lnTo>
                      <a:pt x="637" y="1076"/>
                    </a:lnTo>
                    <a:lnTo>
                      <a:pt x="601" y="1074"/>
                    </a:lnTo>
                    <a:lnTo>
                      <a:pt x="561" y="1071"/>
                    </a:lnTo>
                    <a:lnTo>
                      <a:pt x="521" y="1068"/>
                    </a:lnTo>
                    <a:lnTo>
                      <a:pt x="521" y="1408"/>
                    </a:lnTo>
                    <a:lnTo>
                      <a:pt x="692" y="1447"/>
                    </a:lnTo>
                    <a:lnTo>
                      <a:pt x="692" y="1544"/>
                    </a:lnTo>
                    <a:lnTo>
                      <a:pt x="18" y="1544"/>
                    </a:lnTo>
                    <a:lnTo>
                      <a:pt x="18" y="1447"/>
                    </a:lnTo>
                    <a:lnTo>
                      <a:pt x="171" y="1408"/>
                    </a:lnTo>
                    <a:lnTo>
                      <a:pt x="171" y="229"/>
                    </a:lnTo>
                    <a:lnTo>
                      <a:pt x="0" y="229"/>
                    </a:lnTo>
                    <a:lnTo>
                      <a:pt x="0" y="128"/>
                    </a:lnTo>
                    <a:lnTo>
                      <a:pt x="413" y="3"/>
                    </a:lnTo>
                    <a:close/>
                    <a:moveTo>
                      <a:pt x="3711" y="0"/>
                    </a:moveTo>
                    <a:lnTo>
                      <a:pt x="3770" y="3"/>
                    </a:lnTo>
                    <a:lnTo>
                      <a:pt x="3825" y="9"/>
                    </a:lnTo>
                    <a:lnTo>
                      <a:pt x="3876" y="20"/>
                    </a:lnTo>
                    <a:lnTo>
                      <a:pt x="3923" y="34"/>
                    </a:lnTo>
                    <a:lnTo>
                      <a:pt x="3965" y="53"/>
                    </a:lnTo>
                    <a:lnTo>
                      <a:pt x="4004" y="75"/>
                    </a:lnTo>
                    <a:lnTo>
                      <a:pt x="4036" y="100"/>
                    </a:lnTo>
                    <a:lnTo>
                      <a:pt x="4064" y="129"/>
                    </a:lnTo>
                    <a:lnTo>
                      <a:pt x="4086" y="160"/>
                    </a:lnTo>
                    <a:lnTo>
                      <a:pt x="4103" y="194"/>
                    </a:lnTo>
                    <a:lnTo>
                      <a:pt x="4113" y="232"/>
                    </a:lnTo>
                    <a:lnTo>
                      <a:pt x="4117" y="271"/>
                    </a:lnTo>
                    <a:lnTo>
                      <a:pt x="4114" y="304"/>
                    </a:lnTo>
                    <a:lnTo>
                      <a:pt x="4105" y="334"/>
                    </a:lnTo>
                    <a:lnTo>
                      <a:pt x="4091" y="362"/>
                    </a:lnTo>
                    <a:lnTo>
                      <a:pt x="4074" y="387"/>
                    </a:lnTo>
                    <a:lnTo>
                      <a:pt x="4051" y="407"/>
                    </a:lnTo>
                    <a:lnTo>
                      <a:pt x="4025" y="423"/>
                    </a:lnTo>
                    <a:lnTo>
                      <a:pt x="3995" y="436"/>
                    </a:lnTo>
                    <a:lnTo>
                      <a:pt x="3961" y="443"/>
                    </a:lnTo>
                    <a:lnTo>
                      <a:pt x="3925" y="446"/>
                    </a:lnTo>
                    <a:lnTo>
                      <a:pt x="3891" y="444"/>
                    </a:lnTo>
                    <a:lnTo>
                      <a:pt x="3859" y="438"/>
                    </a:lnTo>
                    <a:lnTo>
                      <a:pt x="3826" y="428"/>
                    </a:lnTo>
                    <a:lnTo>
                      <a:pt x="3792" y="413"/>
                    </a:lnTo>
                    <a:lnTo>
                      <a:pt x="3757" y="394"/>
                    </a:lnTo>
                    <a:lnTo>
                      <a:pt x="3757" y="114"/>
                    </a:lnTo>
                    <a:lnTo>
                      <a:pt x="3711" y="125"/>
                    </a:lnTo>
                    <a:lnTo>
                      <a:pt x="3668" y="140"/>
                    </a:lnTo>
                    <a:lnTo>
                      <a:pt x="3631" y="162"/>
                    </a:lnTo>
                    <a:lnTo>
                      <a:pt x="3597" y="187"/>
                    </a:lnTo>
                    <a:lnTo>
                      <a:pt x="3568" y="218"/>
                    </a:lnTo>
                    <a:lnTo>
                      <a:pt x="3543" y="253"/>
                    </a:lnTo>
                    <a:lnTo>
                      <a:pt x="3523" y="294"/>
                    </a:lnTo>
                    <a:lnTo>
                      <a:pt x="3508" y="339"/>
                    </a:lnTo>
                    <a:lnTo>
                      <a:pt x="3497" y="391"/>
                    </a:lnTo>
                    <a:lnTo>
                      <a:pt x="3489" y="447"/>
                    </a:lnTo>
                    <a:lnTo>
                      <a:pt x="3487" y="507"/>
                    </a:lnTo>
                    <a:lnTo>
                      <a:pt x="3489" y="565"/>
                    </a:lnTo>
                    <a:lnTo>
                      <a:pt x="3497" y="617"/>
                    </a:lnTo>
                    <a:lnTo>
                      <a:pt x="3509" y="667"/>
                    </a:lnTo>
                    <a:lnTo>
                      <a:pt x="3526" y="712"/>
                    </a:lnTo>
                    <a:lnTo>
                      <a:pt x="3547" y="753"/>
                    </a:lnTo>
                    <a:lnTo>
                      <a:pt x="3571" y="790"/>
                    </a:lnTo>
                    <a:lnTo>
                      <a:pt x="3600" y="821"/>
                    </a:lnTo>
                    <a:lnTo>
                      <a:pt x="3632" y="847"/>
                    </a:lnTo>
                    <a:lnTo>
                      <a:pt x="3668" y="869"/>
                    </a:lnTo>
                    <a:lnTo>
                      <a:pt x="3707" y="885"/>
                    </a:lnTo>
                    <a:lnTo>
                      <a:pt x="3750" y="894"/>
                    </a:lnTo>
                    <a:lnTo>
                      <a:pt x="3795" y="897"/>
                    </a:lnTo>
                    <a:lnTo>
                      <a:pt x="3821" y="896"/>
                    </a:lnTo>
                    <a:lnTo>
                      <a:pt x="3847" y="894"/>
                    </a:lnTo>
                    <a:lnTo>
                      <a:pt x="3874" y="889"/>
                    </a:lnTo>
                    <a:lnTo>
                      <a:pt x="3901" y="881"/>
                    </a:lnTo>
                    <a:lnTo>
                      <a:pt x="3931" y="872"/>
                    </a:lnTo>
                    <a:lnTo>
                      <a:pt x="3964" y="861"/>
                    </a:lnTo>
                    <a:lnTo>
                      <a:pt x="3999" y="846"/>
                    </a:lnTo>
                    <a:lnTo>
                      <a:pt x="4036" y="830"/>
                    </a:lnTo>
                    <a:lnTo>
                      <a:pt x="4079" y="810"/>
                    </a:lnTo>
                    <a:lnTo>
                      <a:pt x="4127" y="787"/>
                    </a:lnTo>
                    <a:lnTo>
                      <a:pt x="4127" y="976"/>
                    </a:lnTo>
                    <a:lnTo>
                      <a:pt x="4069" y="1001"/>
                    </a:lnTo>
                    <a:lnTo>
                      <a:pt x="4016" y="1024"/>
                    </a:lnTo>
                    <a:lnTo>
                      <a:pt x="3966" y="1041"/>
                    </a:lnTo>
                    <a:lnTo>
                      <a:pt x="3919" y="1058"/>
                    </a:lnTo>
                    <a:lnTo>
                      <a:pt x="3874" y="1070"/>
                    </a:lnTo>
                    <a:lnTo>
                      <a:pt x="3830" y="1080"/>
                    </a:lnTo>
                    <a:lnTo>
                      <a:pt x="3786" y="1086"/>
                    </a:lnTo>
                    <a:lnTo>
                      <a:pt x="3742" y="1091"/>
                    </a:lnTo>
                    <a:lnTo>
                      <a:pt x="3697" y="1094"/>
                    </a:lnTo>
                    <a:lnTo>
                      <a:pt x="3651" y="1095"/>
                    </a:lnTo>
                    <a:lnTo>
                      <a:pt x="3588" y="1093"/>
                    </a:lnTo>
                    <a:lnTo>
                      <a:pt x="3530" y="1086"/>
                    </a:lnTo>
                    <a:lnTo>
                      <a:pt x="3476" y="1075"/>
                    </a:lnTo>
                    <a:lnTo>
                      <a:pt x="3426" y="1060"/>
                    </a:lnTo>
                    <a:lnTo>
                      <a:pt x="3378" y="1039"/>
                    </a:lnTo>
                    <a:lnTo>
                      <a:pt x="3334" y="1014"/>
                    </a:lnTo>
                    <a:lnTo>
                      <a:pt x="3294" y="984"/>
                    </a:lnTo>
                    <a:lnTo>
                      <a:pt x="3255" y="947"/>
                    </a:lnTo>
                    <a:lnTo>
                      <a:pt x="3219" y="907"/>
                    </a:lnTo>
                    <a:lnTo>
                      <a:pt x="3188" y="865"/>
                    </a:lnTo>
                    <a:lnTo>
                      <a:pt x="3162" y="820"/>
                    </a:lnTo>
                    <a:lnTo>
                      <a:pt x="3140" y="772"/>
                    </a:lnTo>
                    <a:lnTo>
                      <a:pt x="3124" y="722"/>
                    </a:lnTo>
                    <a:lnTo>
                      <a:pt x="3111" y="670"/>
                    </a:lnTo>
                    <a:lnTo>
                      <a:pt x="3104" y="616"/>
                    </a:lnTo>
                    <a:lnTo>
                      <a:pt x="3101" y="561"/>
                    </a:lnTo>
                    <a:lnTo>
                      <a:pt x="3105" y="494"/>
                    </a:lnTo>
                    <a:lnTo>
                      <a:pt x="3115" y="433"/>
                    </a:lnTo>
                    <a:lnTo>
                      <a:pt x="3130" y="373"/>
                    </a:lnTo>
                    <a:lnTo>
                      <a:pt x="3153" y="318"/>
                    </a:lnTo>
                    <a:lnTo>
                      <a:pt x="3179" y="267"/>
                    </a:lnTo>
                    <a:lnTo>
                      <a:pt x="3213" y="219"/>
                    </a:lnTo>
                    <a:lnTo>
                      <a:pt x="3250" y="175"/>
                    </a:lnTo>
                    <a:lnTo>
                      <a:pt x="3293" y="135"/>
                    </a:lnTo>
                    <a:lnTo>
                      <a:pt x="3341" y="102"/>
                    </a:lnTo>
                    <a:lnTo>
                      <a:pt x="3392" y="72"/>
                    </a:lnTo>
                    <a:lnTo>
                      <a:pt x="3448" y="47"/>
                    </a:lnTo>
                    <a:lnTo>
                      <a:pt x="3508" y="27"/>
                    </a:lnTo>
                    <a:lnTo>
                      <a:pt x="3573" y="12"/>
                    </a:lnTo>
                    <a:lnTo>
                      <a:pt x="3640" y="3"/>
                    </a:lnTo>
                    <a:lnTo>
                      <a:pt x="3711" y="0"/>
                    </a:lnTo>
                    <a:close/>
                    <a:moveTo>
                      <a:pt x="2910" y="0"/>
                    </a:moveTo>
                    <a:lnTo>
                      <a:pt x="2948" y="4"/>
                    </a:lnTo>
                    <a:lnTo>
                      <a:pt x="2983" y="14"/>
                    </a:lnTo>
                    <a:lnTo>
                      <a:pt x="3014" y="30"/>
                    </a:lnTo>
                    <a:lnTo>
                      <a:pt x="3040" y="52"/>
                    </a:lnTo>
                    <a:lnTo>
                      <a:pt x="3063" y="78"/>
                    </a:lnTo>
                    <a:lnTo>
                      <a:pt x="3079" y="109"/>
                    </a:lnTo>
                    <a:lnTo>
                      <a:pt x="3089" y="142"/>
                    </a:lnTo>
                    <a:lnTo>
                      <a:pt x="3093" y="178"/>
                    </a:lnTo>
                    <a:lnTo>
                      <a:pt x="3091" y="203"/>
                    </a:lnTo>
                    <a:lnTo>
                      <a:pt x="3088" y="227"/>
                    </a:lnTo>
                    <a:lnTo>
                      <a:pt x="3081" y="252"/>
                    </a:lnTo>
                    <a:lnTo>
                      <a:pt x="3071" y="277"/>
                    </a:lnTo>
                    <a:lnTo>
                      <a:pt x="3060" y="303"/>
                    </a:lnTo>
                    <a:lnTo>
                      <a:pt x="3044" y="331"/>
                    </a:lnTo>
                    <a:lnTo>
                      <a:pt x="3025" y="361"/>
                    </a:lnTo>
                    <a:lnTo>
                      <a:pt x="3004" y="393"/>
                    </a:lnTo>
                    <a:lnTo>
                      <a:pt x="2978" y="429"/>
                    </a:lnTo>
                    <a:lnTo>
                      <a:pt x="2948" y="468"/>
                    </a:lnTo>
                    <a:lnTo>
                      <a:pt x="2914" y="512"/>
                    </a:lnTo>
                    <a:lnTo>
                      <a:pt x="2876" y="561"/>
                    </a:lnTo>
                    <a:lnTo>
                      <a:pt x="2472" y="1078"/>
                    </a:lnTo>
                    <a:lnTo>
                      <a:pt x="2182" y="1078"/>
                    </a:lnTo>
                    <a:lnTo>
                      <a:pt x="2182" y="424"/>
                    </a:lnTo>
                    <a:lnTo>
                      <a:pt x="1784" y="1078"/>
                    </a:lnTo>
                    <a:lnTo>
                      <a:pt x="1518" y="1078"/>
                    </a:lnTo>
                    <a:lnTo>
                      <a:pt x="1518" y="234"/>
                    </a:lnTo>
                    <a:lnTo>
                      <a:pt x="1313" y="214"/>
                    </a:lnTo>
                    <a:lnTo>
                      <a:pt x="1313" y="118"/>
                    </a:lnTo>
                    <a:lnTo>
                      <a:pt x="1690" y="25"/>
                    </a:lnTo>
                    <a:lnTo>
                      <a:pt x="1832" y="25"/>
                    </a:lnTo>
                    <a:lnTo>
                      <a:pt x="1832" y="713"/>
                    </a:lnTo>
                    <a:lnTo>
                      <a:pt x="2247" y="25"/>
                    </a:lnTo>
                    <a:lnTo>
                      <a:pt x="2497" y="25"/>
                    </a:lnTo>
                    <a:lnTo>
                      <a:pt x="2497" y="822"/>
                    </a:lnTo>
                    <a:lnTo>
                      <a:pt x="2759" y="473"/>
                    </a:lnTo>
                    <a:lnTo>
                      <a:pt x="2759" y="62"/>
                    </a:lnTo>
                    <a:lnTo>
                      <a:pt x="2779" y="44"/>
                    </a:lnTo>
                    <a:lnTo>
                      <a:pt x="2806" y="27"/>
                    </a:lnTo>
                    <a:lnTo>
                      <a:pt x="2837" y="13"/>
                    </a:lnTo>
                    <a:lnTo>
                      <a:pt x="2872" y="4"/>
                    </a:lnTo>
                    <a:lnTo>
                      <a:pt x="291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1800" noProof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7402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lien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 bwMode="gray">
          <a:xfrm>
            <a:off x="2336801" y="2"/>
            <a:ext cx="9855200" cy="6176009"/>
            <a:chOff x="19140488" y="13674"/>
            <a:chExt cx="7443798" cy="6145827"/>
          </a:xfrm>
        </p:grpSpPr>
        <p:sp>
          <p:nvSpPr>
            <p:cNvPr id="35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6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7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2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4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9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51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52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</p:grpSp>
      <p:sp>
        <p:nvSpPr>
          <p:cNvPr id="31" name="Picture Placeholder 76"/>
          <p:cNvSpPr>
            <a:spLocks noGrp="1"/>
          </p:cNvSpPr>
          <p:nvPr>
            <p:ph type="pic" sz="quarter" idx="13"/>
          </p:nvPr>
        </p:nvSpPr>
        <p:spPr>
          <a:xfrm>
            <a:off x="812801" y="3048000"/>
            <a:ext cx="1219200" cy="76200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3" name="Group 31"/>
          <p:cNvGrpSpPr/>
          <p:nvPr/>
        </p:nvGrpSpPr>
        <p:grpSpPr>
          <a:xfrm>
            <a:off x="652115" y="2901698"/>
            <a:ext cx="1613003" cy="151219"/>
            <a:chOff x="489087" y="2521685"/>
            <a:chExt cx="1209752" cy="151219"/>
          </a:xfrm>
        </p:grpSpPr>
        <p:cxnSp>
          <p:nvCxnSpPr>
            <p:cNvPr id="33" name="Straight Connector 32"/>
            <p:cNvCxnSpPr/>
            <p:nvPr userDrawn="1"/>
          </p:nvCxnSpPr>
          <p:spPr>
            <a:xfrm rot="10800000">
              <a:off x="489087" y="2521686"/>
              <a:ext cx="1209752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>
            <a:xfrm rot="5400000">
              <a:off x="413478" y="2597295"/>
              <a:ext cx="151219" cy="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the presentation’s main title</a:t>
            </a:r>
          </a:p>
        </p:txBody>
      </p:sp>
      <p:sp>
        <p:nvSpPr>
          <p:cNvPr id="46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47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www.pwc.com</a:t>
            </a:r>
          </a:p>
        </p:txBody>
      </p:sp>
      <p:grpSp>
        <p:nvGrpSpPr>
          <p:cNvPr id="96" name="Group 32"/>
          <p:cNvGrpSpPr/>
          <p:nvPr/>
        </p:nvGrpSpPr>
        <p:grpSpPr>
          <a:xfrm>
            <a:off x="1291456" y="6170992"/>
            <a:ext cx="1219200" cy="533479"/>
            <a:chOff x="518032" y="978681"/>
            <a:chExt cx="4572000" cy="2667393"/>
          </a:xfrm>
        </p:grpSpPr>
        <p:sp>
          <p:nvSpPr>
            <p:cNvPr id="97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/>
            </a:p>
          </p:txBody>
        </p:sp>
        <p:sp>
          <p:nvSpPr>
            <p:cNvPr id="98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323939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 bwMode="gray">
          <a:xfrm>
            <a:off x="2336801" y="2"/>
            <a:ext cx="9855200" cy="6176009"/>
            <a:chOff x="19140488" y="13674"/>
            <a:chExt cx="7443798" cy="6145827"/>
          </a:xfrm>
        </p:grpSpPr>
        <p:sp>
          <p:nvSpPr>
            <p:cNvPr id="28" name="Rectangle 17"/>
            <p:cNvSpPr>
              <a:spLocks noChangeArrowheads="1"/>
            </p:cNvSpPr>
            <p:nvPr/>
          </p:nvSpPr>
          <p:spPr bwMode="gray">
            <a:xfrm>
              <a:off x="19140488" y="4188799"/>
              <a:ext cx="2302206" cy="1970702"/>
            </a:xfrm>
            <a:prstGeom prst="rect">
              <a:avLst/>
            </a:prstGeom>
            <a:solidFill>
              <a:srgbClr val="9A170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29" name="Rectangle 7"/>
            <p:cNvSpPr>
              <a:spLocks noChangeArrowheads="1"/>
            </p:cNvSpPr>
            <p:nvPr/>
          </p:nvSpPr>
          <p:spPr bwMode="gray">
            <a:xfrm>
              <a:off x="25663403" y="4032250"/>
              <a:ext cx="920883" cy="2127250"/>
            </a:xfrm>
            <a:prstGeom prst="rect">
              <a:avLst/>
            </a:prstGeom>
            <a:solidFill>
              <a:srgbClr val="F3BE2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gray">
            <a:xfrm>
              <a:off x="25049482" y="2899477"/>
              <a:ext cx="734694" cy="1289321"/>
            </a:xfrm>
            <a:prstGeom prst="rect">
              <a:avLst/>
            </a:prstGeom>
            <a:solidFill>
              <a:srgbClr val="F3BC87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gray">
            <a:xfrm>
              <a:off x="25049482" y="4032250"/>
              <a:ext cx="734693" cy="2127250"/>
            </a:xfrm>
            <a:prstGeom prst="rect">
              <a:avLst/>
            </a:prstGeom>
            <a:solidFill>
              <a:srgbClr val="E88C1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gray">
            <a:xfrm>
              <a:off x="24665780" y="706365"/>
              <a:ext cx="477045" cy="2263848"/>
            </a:xfrm>
            <a:prstGeom prst="rect">
              <a:avLst/>
            </a:prstGeom>
            <a:solidFill>
              <a:srgbClr val="E669A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gray">
            <a:xfrm>
              <a:off x="24665780" y="2899478"/>
              <a:ext cx="477045" cy="1289321"/>
            </a:xfrm>
            <a:prstGeom prst="rect">
              <a:avLst/>
            </a:prstGeom>
            <a:solidFill>
              <a:srgbClr val="DB4D56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0" name="Rectangle 13"/>
            <p:cNvSpPr>
              <a:spLocks noChangeArrowheads="1"/>
            </p:cNvSpPr>
            <p:nvPr/>
          </p:nvSpPr>
          <p:spPr bwMode="gray">
            <a:xfrm>
              <a:off x="24665780" y="4032250"/>
              <a:ext cx="477045" cy="2127250"/>
            </a:xfrm>
            <a:prstGeom prst="rect">
              <a:avLst/>
            </a:prstGeom>
            <a:solidFill>
              <a:srgbClr val="D13A0D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1" name="Rectangle 14"/>
            <p:cNvSpPr>
              <a:spLocks noChangeArrowheads="1"/>
            </p:cNvSpPr>
            <p:nvPr/>
          </p:nvSpPr>
          <p:spPr bwMode="gray">
            <a:xfrm>
              <a:off x="19140488" y="669925"/>
              <a:ext cx="5662612" cy="2300288"/>
            </a:xfrm>
            <a:prstGeom prst="rect">
              <a:avLst/>
            </a:prstGeom>
            <a:solidFill>
              <a:srgbClr val="D74021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2" name="Rectangle 15"/>
            <p:cNvSpPr>
              <a:spLocks noChangeArrowheads="1"/>
            </p:cNvSpPr>
            <p:nvPr/>
          </p:nvSpPr>
          <p:spPr bwMode="gray">
            <a:xfrm>
              <a:off x="19140488" y="2899478"/>
              <a:ext cx="5662612" cy="1289321"/>
            </a:xfrm>
            <a:prstGeom prst="rect">
              <a:avLst/>
            </a:prstGeom>
            <a:solidFill>
              <a:srgbClr val="CD2F1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3" name="Freeform 16"/>
            <p:cNvSpPr>
              <a:spLocks/>
            </p:cNvSpPr>
            <p:nvPr/>
          </p:nvSpPr>
          <p:spPr bwMode="gray">
            <a:xfrm>
              <a:off x="19140488" y="4032250"/>
              <a:ext cx="5662612" cy="21272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67" y="0"/>
                </a:cxn>
                <a:cxn ang="0">
                  <a:pos x="3567" y="1340"/>
                </a:cxn>
                <a:cxn ang="0">
                  <a:pos x="1372" y="1340"/>
                </a:cxn>
                <a:cxn ang="0">
                  <a:pos x="1372" y="181"/>
                </a:cxn>
                <a:cxn ang="0">
                  <a:pos x="0" y="181"/>
                </a:cxn>
                <a:cxn ang="0">
                  <a:pos x="0" y="0"/>
                </a:cxn>
              </a:cxnLst>
              <a:rect l="0" t="0" r="r" b="b"/>
              <a:pathLst>
                <a:path w="3567" h="1340">
                  <a:moveTo>
                    <a:pt x="0" y="0"/>
                  </a:moveTo>
                  <a:lnTo>
                    <a:pt x="3567" y="0"/>
                  </a:lnTo>
                  <a:lnTo>
                    <a:pt x="3567" y="1340"/>
                  </a:lnTo>
                  <a:lnTo>
                    <a:pt x="1372" y="1340"/>
                  </a:lnTo>
                  <a:lnTo>
                    <a:pt x="1372" y="181"/>
                  </a:lnTo>
                  <a:lnTo>
                    <a:pt x="0" y="1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230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  <p:sp>
          <p:nvSpPr>
            <p:cNvPr id="44" name="Rectangle 10"/>
            <p:cNvSpPr>
              <a:spLocks noChangeArrowheads="1"/>
            </p:cNvSpPr>
            <p:nvPr/>
          </p:nvSpPr>
          <p:spPr bwMode="gray">
            <a:xfrm>
              <a:off x="19140488" y="13674"/>
              <a:ext cx="5662612" cy="692692"/>
            </a:xfrm>
            <a:prstGeom prst="rect">
              <a:avLst/>
            </a:prstGeom>
            <a:solidFill>
              <a:srgbClr val="EE9C34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/>
            </a:p>
          </p:txBody>
        </p:sp>
      </p:grpSp>
      <p:sp>
        <p:nvSpPr>
          <p:cNvPr id="54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presentation’s main title</a:t>
            </a:r>
          </a:p>
        </p:txBody>
      </p:sp>
      <p:sp>
        <p:nvSpPr>
          <p:cNvPr id="55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56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www.pwc.com</a:t>
            </a:r>
          </a:p>
        </p:txBody>
      </p:sp>
      <p:sp>
        <p:nvSpPr>
          <p:cNvPr id="17" name="Picture Placeholder 76"/>
          <p:cNvSpPr>
            <a:spLocks noGrp="1"/>
          </p:cNvSpPr>
          <p:nvPr>
            <p:ph type="pic" sz="quarter" idx="13"/>
          </p:nvPr>
        </p:nvSpPr>
        <p:spPr>
          <a:xfrm>
            <a:off x="2336800" y="2899978"/>
            <a:ext cx="8432800" cy="3272223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grpSp>
        <p:nvGrpSpPr>
          <p:cNvPr id="18" name="Group 32"/>
          <p:cNvGrpSpPr/>
          <p:nvPr/>
        </p:nvGrpSpPr>
        <p:grpSpPr>
          <a:xfrm>
            <a:off x="1291456" y="6170992"/>
            <a:ext cx="1219200" cy="533479"/>
            <a:chOff x="518032" y="978681"/>
            <a:chExt cx="4572000" cy="2667393"/>
          </a:xfrm>
        </p:grpSpPr>
        <p:sp>
          <p:nvSpPr>
            <p:cNvPr id="19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rgbClr val="A10000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/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653807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649"/>
          <p:cNvSpPr>
            <a:spLocks noChangeArrowheads="1"/>
          </p:cNvSpPr>
          <p:nvPr/>
        </p:nvSpPr>
        <p:spPr bwMode="gray">
          <a:xfrm>
            <a:off x="9855200" y="685802"/>
            <a:ext cx="2336800" cy="54863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 noProof="0"/>
          </a:p>
        </p:txBody>
      </p:sp>
      <p:sp>
        <p:nvSpPr>
          <p:cNvPr id="81" name="Rectangle 648"/>
          <p:cNvSpPr>
            <a:spLocks noChangeArrowheads="1"/>
          </p:cNvSpPr>
          <p:nvPr/>
        </p:nvSpPr>
        <p:spPr bwMode="gray">
          <a:xfrm>
            <a:off x="2336800" y="0"/>
            <a:ext cx="7518400" cy="685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 noProof="0"/>
          </a:p>
        </p:txBody>
      </p:sp>
      <p:sp>
        <p:nvSpPr>
          <p:cNvPr id="83" name="Rectangle 650"/>
          <p:cNvSpPr>
            <a:spLocks noChangeArrowheads="1"/>
          </p:cNvSpPr>
          <p:nvPr/>
        </p:nvSpPr>
        <p:spPr bwMode="gray">
          <a:xfrm>
            <a:off x="2336800" y="685800"/>
            <a:ext cx="7518400" cy="5486400"/>
          </a:xfrm>
          <a:prstGeom prst="rect">
            <a:avLst/>
          </a:prstGeom>
          <a:solidFill>
            <a:schemeClr val="tx2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sz="1800" noProof="0"/>
          </a:p>
        </p:txBody>
      </p:sp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2527301" y="838200"/>
            <a:ext cx="7124700" cy="914400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3200" b="1" i="1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add the presentation’s main title</a:t>
            </a:r>
          </a:p>
        </p:txBody>
      </p:sp>
      <p:sp>
        <p:nvSpPr>
          <p:cNvPr id="51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2527301" y="1828800"/>
            <a:ext cx="7124700" cy="914401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GB" noProof="0" dirty="0"/>
              <a:t>Subtitle and date (move higher if title is only one line)</a:t>
            </a:r>
          </a:p>
        </p:txBody>
      </p:sp>
      <p:sp>
        <p:nvSpPr>
          <p:cNvPr id="52" name="Text Placeholder 31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27300" y="374904"/>
            <a:ext cx="5474208" cy="146304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www.pwc.com</a:t>
            </a:r>
          </a:p>
        </p:txBody>
      </p:sp>
      <p:grpSp>
        <p:nvGrpSpPr>
          <p:cNvPr id="11" name="Group 32"/>
          <p:cNvGrpSpPr/>
          <p:nvPr/>
        </p:nvGrpSpPr>
        <p:grpSpPr>
          <a:xfrm>
            <a:off x="1291456" y="6170992"/>
            <a:ext cx="1219200" cy="533479"/>
            <a:chOff x="518032" y="978681"/>
            <a:chExt cx="4572000" cy="2667393"/>
          </a:xfrm>
        </p:grpSpPr>
        <p:sp>
          <p:nvSpPr>
            <p:cNvPr id="12" name="Rectangle 37"/>
            <p:cNvSpPr>
              <a:spLocks noChangeArrowheads="1"/>
            </p:cNvSpPr>
            <p:nvPr userDrawn="1"/>
          </p:nvSpPr>
          <p:spPr bwMode="black">
            <a:xfrm>
              <a:off x="3295650" y="978681"/>
              <a:ext cx="1143000" cy="263229"/>
            </a:xfrm>
            <a:prstGeom prst="rect">
              <a:avLst/>
            </a:prstGeom>
            <a:solidFill>
              <a:schemeClr val="tx2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/>
            </a:p>
          </p:txBody>
        </p:sp>
        <p:sp>
          <p:nvSpPr>
            <p:cNvPr id="13" name="Freeform 7"/>
            <p:cNvSpPr>
              <a:spLocks noEditPoints="1"/>
            </p:cNvSpPr>
            <p:nvPr userDrawn="1"/>
          </p:nvSpPr>
          <p:spPr bwMode="black">
            <a:xfrm>
              <a:off x="518032" y="1922794"/>
              <a:ext cx="4572000" cy="1723280"/>
            </a:xfrm>
            <a:custGeom>
              <a:avLst/>
              <a:gdLst/>
              <a:ahLst/>
              <a:cxnLst>
                <a:cxn ang="0">
                  <a:pos x="581" y="233"/>
                </a:cxn>
                <a:cxn ang="0">
                  <a:pos x="538" y="949"/>
                </a:cxn>
                <a:cxn ang="0">
                  <a:pos x="630" y="946"/>
                </a:cxn>
                <a:cxn ang="0">
                  <a:pos x="793" y="880"/>
                </a:cxn>
                <a:cxn ang="0">
                  <a:pos x="886" y="728"/>
                </a:cxn>
                <a:cxn ang="0">
                  <a:pos x="905" y="505"/>
                </a:cxn>
                <a:cxn ang="0">
                  <a:pos x="850" y="329"/>
                </a:cxn>
                <a:cxn ang="0">
                  <a:pos x="727" y="241"/>
                </a:cxn>
                <a:cxn ang="0">
                  <a:pos x="521" y="3"/>
                </a:cxn>
                <a:cxn ang="0">
                  <a:pos x="643" y="74"/>
                </a:cxn>
                <a:cxn ang="0">
                  <a:pos x="761" y="24"/>
                </a:cxn>
                <a:cxn ang="0">
                  <a:pos x="855" y="9"/>
                </a:cxn>
                <a:cxn ang="0">
                  <a:pos x="1026" y="40"/>
                </a:cxn>
                <a:cxn ang="0">
                  <a:pos x="1180" y="172"/>
                </a:cxn>
                <a:cxn ang="0">
                  <a:pos x="1265" y="383"/>
                </a:cxn>
                <a:cxn ang="0">
                  <a:pos x="1265" y="641"/>
                </a:cxn>
                <a:cxn ang="0">
                  <a:pos x="1175" y="857"/>
                </a:cxn>
                <a:cxn ang="0">
                  <a:pos x="1005" y="1006"/>
                </a:cxn>
                <a:cxn ang="0">
                  <a:pos x="766" y="1074"/>
                </a:cxn>
                <a:cxn ang="0">
                  <a:pos x="601" y="1074"/>
                </a:cxn>
                <a:cxn ang="0">
                  <a:pos x="692" y="1447"/>
                </a:cxn>
                <a:cxn ang="0">
                  <a:pos x="171" y="1408"/>
                </a:cxn>
                <a:cxn ang="0">
                  <a:pos x="413" y="3"/>
                </a:cxn>
                <a:cxn ang="0">
                  <a:pos x="3876" y="20"/>
                </a:cxn>
                <a:cxn ang="0">
                  <a:pos x="4036" y="100"/>
                </a:cxn>
                <a:cxn ang="0">
                  <a:pos x="4113" y="232"/>
                </a:cxn>
                <a:cxn ang="0">
                  <a:pos x="4091" y="362"/>
                </a:cxn>
                <a:cxn ang="0">
                  <a:pos x="3995" y="436"/>
                </a:cxn>
                <a:cxn ang="0">
                  <a:pos x="3859" y="438"/>
                </a:cxn>
                <a:cxn ang="0">
                  <a:pos x="3757" y="114"/>
                </a:cxn>
                <a:cxn ang="0">
                  <a:pos x="3597" y="187"/>
                </a:cxn>
                <a:cxn ang="0">
                  <a:pos x="3508" y="339"/>
                </a:cxn>
                <a:cxn ang="0">
                  <a:pos x="3489" y="565"/>
                </a:cxn>
                <a:cxn ang="0">
                  <a:pos x="3547" y="753"/>
                </a:cxn>
                <a:cxn ang="0">
                  <a:pos x="3668" y="869"/>
                </a:cxn>
                <a:cxn ang="0">
                  <a:pos x="3821" y="896"/>
                </a:cxn>
                <a:cxn ang="0">
                  <a:pos x="3931" y="872"/>
                </a:cxn>
                <a:cxn ang="0">
                  <a:pos x="4079" y="810"/>
                </a:cxn>
                <a:cxn ang="0">
                  <a:pos x="4016" y="1024"/>
                </a:cxn>
                <a:cxn ang="0">
                  <a:pos x="3830" y="1080"/>
                </a:cxn>
                <a:cxn ang="0">
                  <a:pos x="3651" y="1095"/>
                </a:cxn>
                <a:cxn ang="0">
                  <a:pos x="3426" y="1060"/>
                </a:cxn>
                <a:cxn ang="0">
                  <a:pos x="3255" y="947"/>
                </a:cxn>
                <a:cxn ang="0">
                  <a:pos x="3140" y="772"/>
                </a:cxn>
                <a:cxn ang="0">
                  <a:pos x="3101" y="561"/>
                </a:cxn>
                <a:cxn ang="0">
                  <a:pos x="3153" y="318"/>
                </a:cxn>
                <a:cxn ang="0">
                  <a:pos x="3293" y="135"/>
                </a:cxn>
                <a:cxn ang="0">
                  <a:pos x="3508" y="27"/>
                </a:cxn>
                <a:cxn ang="0">
                  <a:pos x="2910" y="0"/>
                </a:cxn>
                <a:cxn ang="0">
                  <a:pos x="3040" y="52"/>
                </a:cxn>
                <a:cxn ang="0">
                  <a:pos x="3093" y="178"/>
                </a:cxn>
                <a:cxn ang="0">
                  <a:pos x="3071" y="277"/>
                </a:cxn>
                <a:cxn ang="0">
                  <a:pos x="3004" y="393"/>
                </a:cxn>
                <a:cxn ang="0">
                  <a:pos x="2876" y="561"/>
                </a:cxn>
                <a:cxn ang="0">
                  <a:pos x="1784" y="1078"/>
                </a:cxn>
                <a:cxn ang="0">
                  <a:pos x="1313" y="118"/>
                </a:cxn>
                <a:cxn ang="0">
                  <a:pos x="2247" y="25"/>
                </a:cxn>
                <a:cxn ang="0">
                  <a:pos x="2759" y="62"/>
                </a:cxn>
                <a:cxn ang="0">
                  <a:pos x="2872" y="4"/>
                </a:cxn>
              </a:cxnLst>
              <a:rect l="0" t="0" r="r" b="b"/>
              <a:pathLst>
                <a:path w="4127" h="1544">
                  <a:moveTo>
                    <a:pt x="640" y="229"/>
                  </a:moveTo>
                  <a:lnTo>
                    <a:pt x="622" y="229"/>
                  </a:lnTo>
                  <a:lnTo>
                    <a:pt x="603" y="230"/>
                  </a:lnTo>
                  <a:lnTo>
                    <a:pt x="581" y="233"/>
                  </a:lnTo>
                  <a:lnTo>
                    <a:pt x="553" y="235"/>
                  </a:lnTo>
                  <a:lnTo>
                    <a:pt x="521" y="241"/>
                  </a:lnTo>
                  <a:lnTo>
                    <a:pt x="521" y="947"/>
                  </a:lnTo>
                  <a:lnTo>
                    <a:pt x="538" y="949"/>
                  </a:lnTo>
                  <a:lnTo>
                    <a:pt x="553" y="949"/>
                  </a:lnTo>
                  <a:lnTo>
                    <a:pt x="566" y="949"/>
                  </a:lnTo>
                  <a:lnTo>
                    <a:pt x="578" y="949"/>
                  </a:lnTo>
                  <a:lnTo>
                    <a:pt x="630" y="946"/>
                  </a:lnTo>
                  <a:lnTo>
                    <a:pt x="677" y="937"/>
                  </a:lnTo>
                  <a:lnTo>
                    <a:pt x="720" y="924"/>
                  </a:lnTo>
                  <a:lnTo>
                    <a:pt x="758" y="905"/>
                  </a:lnTo>
                  <a:lnTo>
                    <a:pt x="793" y="880"/>
                  </a:lnTo>
                  <a:lnTo>
                    <a:pt x="824" y="850"/>
                  </a:lnTo>
                  <a:lnTo>
                    <a:pt x="849" y="815"/>
                  </a:lnTo>
                  <a:lnTo>
                    <a:pt x="870" y="775"/>
                  </a:lnTo>
                  <a:lnTo>
                    <a:pt x="886" y="728"/>
                  </a:lnTo>
                  <a:lnTo>
                    <a:pt x="897" y="678"/>
                  </a:lnTo>
                  <a:lnTo>
                    <a:pt x="905" y="622"/>
                  </a:lnTo>
                  <a:lnTo>
                    <a:pt x="907" y="561"/>
                  </a:lnTo>
                  <a:lnTo>
                    <a:pt x="905" y="505"/>
                  </a:lnTo>
                  <a:lnTo>
                    <a:pt x="897" y="452"/>
                  </a:lnTo>
                  <a:lnTo>
                    <a:pt x="886" y="407"/>
                  </a:lnTo>
                  <a:lnTo>
                    <a:pt x="870" y="366"/>
                  </a:lnTo>
                  <a:lnTo>
                    <a:pt x="850" y="329"/>
                  </a:lnTo>
                  <a:lnTo>
                    <a:pt x="826" y="299"/>
                  </a:lnTo>
                  <a:lnTo>
                    <a:pt x="797" y="274"/>
                  </a:lnTo>
                  <a:lnTo>
                    <a:pt x="763" y="254"/>
                  </a:lnTo>
                  <a:lnTo>
                    <a:pt x="727" y="241"/>
                  </a:lnTo>
                  <a:lnTo>
                    <a:pt x="686" y="232"/>
                  </a:lnTo>
                  <a:lnTo>
                    <a:pt x="640" y="229"/>
                  </a:lnTo>
                  <a:close/>
                  <a:moveTo>
                    <a:pt x="413" y="3"/>
                  </a:moveTo>
                  <a:lnTo>
                    <a:pt x="521" y="3"/>
                  </a:lnTo>
                  <a:lnTo>
                    <a:pt x="521" y="143"/>
                  </a:lnTo>
                  <a:lnTo>
                    <a:pt x="566" y="117"/>
                  </a:lnTo>
                  <a:lnTo>
                    <a:pt x="607" y="93"/>
                  </a:lnTo>
                  <a:lnTo>
                    <a:pt x="643" y="74"/>
                  </a:lnTo>
                  <a:lnTo>
                    <a:pt x="677" y="57"/>
                  </a:lnTo>
                  <a:lnTo>
                    <a:pt x="707" y="44"/>
                  </a:lnTo>
                  <a:lnTo>
                    <a:pt x="735" y="33"/>
                  </a:lnTo>
                  <a:lnTo>
                    <a:pt x="761" y="24"/>
                  </a:lnTo>
                  <a:lnTo>
                    <a:pt x="785" y="18"/>
                  </a:lnTo>
                  <a:lnTo>
                    <a:pt x="809" y="13"/>
                  </a:lnTo>
                  <a:lnTo>
                    <a:pt x="831" y="10"/>
                  </a:lnTo>
                  <a:lnTo>
                    <a:pt x="855" y="9"/>
                  </a:lnTo>
                  <a:lnTo>
                    <a:pt x="879" y="8"/>
                  </a:lnTo>
                  <a:lnTo>
                    <a:pt x="931" y="12"/>
                  </a:lnTo>
                  <a:lnTo>
                    <a:pt x="980" y="23"/>
                  </a:lnTo>
                  <a:lnTo>
                    <a:pt x="1026" y="40"/>
                  </a:lnTo>
                  <a:lnTo>
                    <a:pt x="1070" y="64"/>
                  </a:lnTo>
                  <a:lnTo>
                    <a:pt x="1110" y="94"/>
                  </a:lnTo>
                  <a:lnTo>
                    <a:pt x="1148" y="130"/>
                  </a:lnTo>
                  <a:lnTo>
                    <a:pt x="1180" y="172"/>
                  </a:lnTo>
                  <a:lnTo>
                    <a:pt x="1209" y="218"/>
                  </a:lnTo>
                  <a:lnTo>
                    <a:pt x="1233" y="268"/>
                  </a:lnTo>
                  <a:lnTo>
                    <a:pt x="1252" y="324"/>
                  </a:lnTo>
                  <a:lnTo>
                    <a:pt x="1265" y="383"/>
                  </a:lnTo>
                  <a:lnTo>
                    <a:pt x="1274" y="446"/>
                  </a:lnTo>
                  <a:lnTo>
                    <a:pt x="1278" y="512"/>
                  </a:lnTo>
                  <a:lnTo>
                    <a:pt x="1274" y="578"/>
                  </a:lnTo>
                  <a:lnTo>
                    <a:pt x="1265" y="641"/>
                  </a:lnTo>
                  <a:lnTo>
                    <a:pt x="1252" y="701"/>
                  </a:lnTo>
                  <a:lnTo>
                    <a:pt x="1232" y="756"/>
                  </a:lnTo>
                  <a:lnTo>
                    <a:pt x="1205" y="809"/>
                  </a:lnTo>
                  <a:lnTo>
                    <a:pt x="1175" y="857"/>
                  </a:lnTo>
                  <a:lnTo>
                    <a:pt x="1140" y="901"/>
                  </a:lnTo>
                  <a:lnTo>
                    <a:pt x="1099" y="941"/>
                  </a:lnTo>
                  <a:lnTo>
                    <a:pt x="1054" y="976"/>
                  </a:lnTo>
                  <a:lnTo>
                    <a:pt x="1005" y="1006"/>
                  </a:lnTo>
                  <a:lnTo>
                    <a:pt x="951" y="1031"/>
                  </a:lnTo>
                  <a:lnTo>
                    <a:pt x="894" y="1051"/>
                  </a:lnTo>
                  <a:lnTo>
                    <a:pt x="831" y="1065"/>
                  </a:lnTo>
                  <a:lnTo>
                    <a:pt x="766" y="1074"/>
                  </a:lnTo>
                  <a:lnTo>
                    <a:pt x="696" y="1078"/>
                  </a:lnTo>
                  <a:lnTo>
                    <a:pt x="670" y="1078"/>
                  </a:lnTo>
                  <a:lnTo>
                    <a:pt x="637" y="1076"/>
                  </a:lnTo>
                  <a:lnTo>
                    <a:pt x="601" y="1074"/>
                  </a:lnTo>
                  <a:lnTo>
                    <a:pt x="561" y="1071"/>
                  </a:lnTo>
                  <a:lnTo>
                    <a:pt x="521" y="1068"/>
                  </a:lnTo>
                  <a:lnTo>
                    <a:pt x="521" y="1408"/>
                  </a:lnTo>
                  <a:lnTo>
                    <a:pt x="692" y="1447"/>
                  </a:lnTo>
                  <a:lnTo>
                    <a:pt x="692" y="1544"/>
                  </a:lnTo>
                  <a:lnTo>
                    <a:pt x="18" y="1544"/>
                  </a:lnTo>
                  <a:lnTo>
                    <a:pt x="18" y="1447"/>
                  </a:lnTo>
                  <a:lnTo>
                    <a:pt x="171" y="1408"/>
                  </a:lnTo>
                  <a:lnTo>
                    <a:pt x="171" y="229"/>
                  </a:lnTo>
                  <a:lnTo>
                    <a:pt x="0" y="229"/>
                  </a:lnTo>
                  <a:lnTo>
                    <a:pt x="0" y="128"/>
                  </a:lnTo>
                  <a:lnTo>
                    <a:pt x="413" y="3"/>
                  </a:lnTo>
                  <a:close/>
                  <a:moveTo>
                    <a:pt x="3711" y="0"/>
                  </a:moveTo>
                  <a:lnTo>
                    <a:pt x="3770" y="3"/>
                  </a:lnTo>
                  <a:lnTo>
                    <a:pt x="3825" y="9"/>
                  </a:lnTo>
                  <a:lnTo>
                    <a:pt x="3876" y="20"/>
                  </a:lnTo>
                  <a:lnTo>
                    <a:pt x="3923" y="34"/>
                  </a:lnTo>
                  <a:lnTo>
                    <a:pt x="3965" y="53"/>
                  </a:lnTo>
                  <a:lnTo>
                    <a:pt x="4004" y="75"/>
                  </a:lnTo>
                  <a:lnTo>
                    <a:pt x="4036" y="100"/>
                  </a:lnTo>
                  <a:lnTo>
                    <a:pt x="4064" y="129"/>
                  </a:lnTo>
                  <a:lnTo>
                    <a:pt x="4086" y="160"/>
                  </a:lnTo>
                  <a:lnTo>
                    <a:pt x="4103" y="194"/>
                  </a:lnTo>
                  <a:lnTo>
                    <a:pt x="4113" y="232"/>
                  </a:lnTo>
                  <a:lnTo>
                    <a:pt x="4117" y="271"/>
                  </a:lnTo>
                  <a:lnTo>
                    <a:pt x="4114" y="304"/>
                  </a:lnTo>
                  <a:lnTo>
                    <a:pt x="4105" y="334"/>
                  </a:lnTo>
                  <a:lnTo>
                    <a:pt x="4091" y="362"/>
                  </a:lnTo>
                  <a:lnTo>
                    <a:pt x="4074" y="387"/>
                  </a:lnTo>
                  <a:lnTo>
                    <a:pt x="4051" y="407"/>
                  </a:lnTo>
                  <a:lnTo>
                    <a:pt x="4025" y="423"/>
                  </a:lnTo>
                  <a:lnTo>
                    <a:pt x="3995" y="436"/>
                  </a:lnTo>
                  <a:lnTo>
                    <a:pt x="3961" y="443"/>
                  </a:lnTo>
                  <a:lnTo>
                    <a:pt x="3925" y="446"/>
                  </a:lnTo>
                  <a:lnTo>
                    <a:pt x="3891" y="444"/>
                  </a:lnTo>
                  <a:lnTo>
                    <a:pt x="3859" y="438"/>
                  </a:lnTo>
                  <a:lnTo>
                    <a:pt x="3826" y="428"/>
                  </a:lnTo>
                  <a:lnTo>
                    <a:pt x="3792" y="413"/>
                  </a:lnTo>
                  <a:lnTo>
                    <a:pt x="3757" y="394"/>
                  </a:lnTo>
                  <a:lnTo>
                    <a:pt x="3757" y="114"/>
                  </a:lnTo>
                  <a:lnTo>
                    <a:pt x="3711" y="125"/>
                  </a:lnTo>
                  <a:lnTo>
                    <a:pt x="3668" y="140"/>
                  </a:lnTo>
                  <a:lnTo>
                    <a:pt x="3631" y="162"/>
                  </a:lnTo>
                  <a:lnTo>
                    <a:pt x="3597" y="187"/>
                  </a:lnTo>
                  <a:lnTo>
                    <a:pt x="3568" y="218"/>
                  </a:lnTo>
                  <a:lnTo>
                    <a:pt x="3543" y="253"/>
                  </a:lnTo>
                  <a:lnTo>
                    <a:pt x="3523" y="294"/>
                  </a:lnTo>
                  <a:lnTo>
                    <a:pt x="3508" y="339"/>
                  </a:lnTo>
                  <a:lnTo>
                    <a:pt x="3497" y="391"/>
                  </a:lnTo>
                  <a:lnTo>
                    <a:pt x="3489" y="447"/>
                  </a:lnTo>
                  <a:lnTo>
                    <a:pt x="3487" y="507"/>
                  </a:lnTo>
                  <a:lnTo>
                    <a:pt x="3489" y="565"/>
                  </a:lnTo>
                  <a:lnTo>
                    <a:pt x="3497" y="617"/>
                  </a:lnTo>
                  <a:lnTo>
                    <a:pt x="3509" y="667"/>
                  </a:lnTo>
                  <a:lnTo>
                    <a:pt x="3526" y="712"/>
                  </a:lnTo>
                  <a:lnTo>
                    <a:pt x="3547" y="753"/>
                  </a:lnTo>
                  <a:lnTo>
                    <a:pt x="3571" y="790"/>
                  </a:lnTo>
                  <a:lnTo>
                    <a:pt x="3600" y="821"/>
                  </a:lnTo>
                  <a:lnTo>
                    <a:pt x="3632" y="847"/>
                  </a:lnTo>
                  <a:lnTo>
                    <a:pt x="3668" y="869"/>
                  </a:lnTo>
                  <a:lnTo>
                    <a:pt x="3707" y="885"/>
                  </a:lnTo>
                  <a:lnTo>
                    <a:pt x="3750" y="894"/>
                  </a:lnTo>
                  <a:lnTo>
                    <a:pt x="3795" y="897"/>
                  </a:lnTo>
                  <a:lnTo>
                    <a:pt x="3821" y="896"/>
                  </a:lnTo>
                  <a:lnTo>
                    <a:pt x="3847" y="894"/>
                  </a:lnTo>
                  <a:lnTo>
                    <a:pt x="3874" y="889"/>
                  </a:lnTo>
                  <a:lnTo>
                    <a:pt x="3901" y="881"/>
                  </a:lnTo>
                  <a:lnTo>
                    <a:pt x="3931" y="872"/>
                  </a:lnTo>
                  <a:lnTo>
                    <a:pt x="3964" y="861"/>
                  </a:lnTo>
                  <a:lnTo>
                    <a:pt x="3999" y="846"/>
                  </a:lnTo>
                  <a:lnTo>
                    <a:pt x="4036" y="830"/>
                  </a:lnTo>
                  <a:lnTo>
                    <a:pt x="4079" y="810"/>
                  </a:lnTo>
                  <a:lnTo>
                    <a:pt x="4127" y="787"/>
                  </a:lnTo>
                  <a:lnTo>
                    <a:pt x="4127" y="976"/>
                  </a:lnTo>
                  <a:lnTo>
                    <a:pt x="4069" y="1001"/>
                  </a:lnTo>
                  <a:lnTo>
                    <a:pt x="4016" y="1024"/>
                  </a:lnTo>
                  <a:lnTo>
                    <a:pt x="3966" y="1041"/>
                  </a:lnTo>
                  <a:lnTo>
                    <a:pt x="3919" y="1058"/>
                  </a:lnTo>
                  <a:lnTo>
                    <a:pt x="3874" y="1070"/>
                  </a:lnTo>
                  <a:lnTo>
                    <a:pt x="3830" y="1080"/>
                  </a:lnTo>
                  <a:lnTo>
                    <a:pt x="3786" y="1086"/>
                  </a:lnTo>
                  <a:lnTo>
                    <a:pt x="3742" y="1091"/>
                  </a:lnTo>
                  <a:lnTo>
                    <a:pt x="3697" y="1094"/>
                  </a:lnTo>
                  <a:lnTo>
                    <a:pt x="3651" y="1095"/>
                  </a:lnTo>
                  <a:lnTo>
                    <a:pt x="3588" y="1093"/>
                  </a:lnTo>
                  <a:lnTo>
                    <a:pt x="3530" y="1086"/>
                  </a:lnTo>
                  <a:lnTo>
                    <a:pt x="3476" y="1075"/>
                  </a:lnTo>
                  <a:lnTo>
                    <a:pt x="3426" y="1060"/>
                  </a:lnTo>
                  <a:lnTo>
                    <a:pt x="3378" y="1039"/>
                  </a:lnTo>
                  <a:lnTo>
                    <a:pt x="3334" y="1014"/>
                  </a:lnTo>
                  <a:lnTo>
                    <a:pt x="3294" y="984"/>
                  </a:lnTo>
                  <a:lnTo>
                    <a:pt x="3255" y="947"/>
                  </a:lnTo>
                  <a:lnTo>
                    <a:pt x="3219" y="907"/>
                  </a:lnTo>
                  <a:lnTo>
                    <a:pt x="3188" y="865"/>
                  </a:lnTo>
                  <a:lnTo>
                    <a:pt x="3162" y="820"/>
                  </a:lnTo>
                  <a:lnTo>
                    <a:pt x="3140" y="772"/>
                  </a:lnTo>
                  <a:lnTo>
                    <a:pt x="3124" y="722"/>
                  </a:lnTo>
                  <a:lnTo>
                    <a:pt x="3111" y="670"/>
                  </a:lnTo>
                  <a:lnTo>
                    <a:pt x="3104" y="616"/>
                  </a:lnTo>
                  <a:lnTo>
                    <a:pt x="3101" y="561"/>
                  </a:lnTo>
                  <a:lnTo>
                    <a:pt x="3105" y="494"/>
                  </a:lnTo>
                  <a:lnTo>
                    <a:pt x="3115" y="433"/>
                  </a:lnTo>
                  <a:lnTo>
                    <a:pt x="3130" y="373"/>
                  </a:lnTo>
                  <a:lnTo>
                    <a:pt x="3153" y="318"/>
                  </a:lnTo>
                  <a:lnTo>
                    <a:pt x="3179" y="267"/>
                  </a:lnTo>
                  <a:lnTo>
                    <a:pt x="3213" y="219"/>
                  </a:lnTo>
                  <a:lnTo>
                    <a:pt x="3250" y="175"/>
                  </a:lnTo>
                  <a:lnTo>
                    <a:pt x="3293" y="135"/>
                  </a:lnTo>
                  <a:lnTo>
                    <a:pt x="3341" y="102"/>
                  </a:lnTo>
                  <a:lnTo>
                    <a:pt x="3392" y="72"/>
                  </a:lnTo>
                  <a:lnTo>
                    <a:pt x="3448" y="47"/>
                  </a:lnTo>
                  <a:lnTo>
                    <a:pt x="3508" y="27"/>
                  </a:lnTo>
                  <a:lnTo>
                    <a:pt x="3573" y="12"/>
                  </a:lnTo>
                  <a:lnTo>
                    <a:pt x="3640" y="3"/>
                  </a:lnTo>
                  <a:lnTo>
                    <a:pt x="3711" y="0"/>
                  </a:lnTo>
                  <a:close/>
                  <a:moveTo>
                    <a:pt x="2910" y="0"/>
                  </a:moveTo>
                  <a:lnTo>
                    <a:pt x="2948" y="4"/>
                  </a:lnTo>
                  <a:lnTo>
                    <a:pt x="2983" y="14"/>
                  </a:lnTo>
                  <a:lnTo>
                    <a:pt x="3014" y="30"/>
                  </a:lnTo>
                  <a:lnTo>
                    <a:pt x="3040" y="52"/>
                  </a:lnTo>
                  <a:lnTo>
                    <a:pt x="3063" y="78"/>
                  </a:lnTo>
                  <a:lnTo>
                    <a:pt x="3079" y="109"/>
                  </a:lnTo>
                  <a:lnTo>
                    <a:pt x="3089" y="142"/>
                  </a:lnTo>
                  <a:lnTo>
                    <a:pt x="3093" y="178"/>
                  </a:lnTo>
                  <a:lnTo>
                    <a:pt x="3091" y="203"/>
                  </a:lnTo>
                  <a:lnTo>
                    <a:pt x="3088" y="227"/>
                  </a:lnTo>
                  <a:lnTo>
                    <a:pt x="3081" y="252"/>
                  </a:lnTo>
                  <a:lnTo>
                    <a:pt x="3071" y="277"/>
                  </a:lnTo>
                  <a:lnTo>
                    <a:pt x="3060" y="303"/>
                  </a:lnTo>
                  <a:lnTo>
                    <a:pt x="3044" y="331"/>
                  </a:lnTo>
                  <a:lnTo>
                    <a:pt x="3025" y="361"/>
                  </a:lnTo>
                  <a:lnTo>
                    <a:pt x="3004" y="393"/>
                  </a:lnTo>
                  <a:lnTo>
                    <a:pt x="2978" y="429"/>
                  </a:lnTo>
                  <a:lnTo>
                    <a:pt x="2948" y="468"/>
                  </a:lnTo>
                  <a:lnTo>
                    <a:pt x="2914" y="512"/>
                  </a:lnTo>
                  <a:lnTo>
                    <a:pt x="2876" y="561"/>
                  </a:lnTo>
                  <a:lnTo>
                    <a:pt x="2472" y="1078"/>
                  </a:lnTo>
                  <a:lnTo>
                    <a:pt x="2182" y="1078"/>
                  </a:lnTo>
                  <a:lnTo>
                    <a:pt x="2182" y="424"/>
                  </a:lnTo>
                  <a:lnTo>
                    <a:pt x="1784" y="1078"/>
                  </a:lnTo>
                  <a:lnTo>
                    <a:pt x="1518" y="1078"/>
                  </a:lnTo>
                  <a:lnTo>
                    <a:pt x="1518" y="234"/>
                  </a:lnTo>
                  <a:lnTo>
                    <a:pt x="1313" y="214"/>
                  </a:lnTo>
                  <a:lnTo>
                    <a:pt x="1313" y="118"/>
                  </a:lnTo>
                  <a:lnTo>
                    <a:pt x="1690" y="25"/>
                  </a:lnTo>
                  <a:lnTo>
                    <a:pt x="1832" y="25"/>
                  </a:lnTo>
                  <a:lnTo>
                    <a:pt x="1832" y="713"/>
                  </a:lnTo>
                  <a:lnTo>
                    <a:pt x="2247" y="25"/>
                  </a:lnTo>
                  <a:lnTo>
                    <a:pt x="2497" y="25"/>
                  </a:lnTo>
                  <a:lnTo>
                    <a:pt x="2497" y="822"/>
                  </a:lnTo>
                  <a:lnTo>
                    <a:pt x="2759" y="473"/>
                  </a:lnTo>
                  <a:lnTo>
                    <a:pt x="2759" y="62"/>
                  </a:lnTo>
                  <a:lnTo>
                    <a:pt x="2779" y="44"/>
                  </a:lnTo>
                  <a:lnTo>
                    <a:pt x="2806" y="27"/>
                  </a:lnTo>
                  <a:lnTo>
                    <a:pt x="2837" y="13"/>
                  </a:lnTo>
                  <a:lnTo>
                    <a:pt x="2872" y="4"/>
                  </a:lnTo>
                  <a:lnTo>
                    <a:pt x="291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18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14013637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685800"/>
            <a:ext cx="10769600" cy="914400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711200" y="5867400"/>
            <a:ext cx="6400800" cy="762000"/>
          </a:xfrm>
        </p:spPr>
        <p:txBody>
          <a:bodyPr anchor="b"/>
          <a:lstStyle>
            <a:lvl1pPr>
              <a:defRPr sz="9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GB" noProof="0"/>
              <a:t>Add legal and copyright disclaimers here.</a:t>
            </a:r>
          </a:p>
        </p:txBody>
      </p:sp>
      <p:cxnSp>
        <p:nvCxnSpPr>
          <p:cNvPr id="7" name="Shape 6"/>
          <p:cNvCxnSpPr/>
          <p:nvPr/>
        </p:nvCxnSpPr>
        <p:spPr>
          <a:xfrm rot="5400000" flipH="1" flipV="1">
            <a:off x="5918202" y="-4800600"/>
            <a:ext cx="152399" cy="10972800"/>
          </a:xfrm>
          <a:prstGeom prst="bentConnector2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360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1201" y="685800"/>
            <a:ext cx="10769601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</a:t>
            </a:r>
            <a:br>
              <a:rPr lang="en-GB" noProof="0"/>
            </a:br>
            <a:r>
              <a:rPr lang="en-GB" noProof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1202" y="1752600"/>
            <a:ext cx="10769599" cy="4419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7000"/>
            <a:ext cx="2036064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05/08/2026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7136" y="6324600"/>
            <a:ext cx="7014464" cy="150876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01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-27432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Tx/>
        <a:buFontTx/>
        <a:buNone/>
        <a:tabLst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•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2pPr>
      <a:lvl3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-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3pPr>
      <a:lvl4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◦"/>
        <a:defRPr sz="2000" kern="1200">
          <a:solidFill>
            <a:schemeClr val="tx1"/>
          </a:solidFill>
          <a:latin typeface="Georgia" pitchFamily="18" charset="0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Font typeface="Georgia" pitchFamily="18" charset="0"/>
        <a:buChar char="›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5pPr>
      <a:lvl6pPr marL="274320" marR="0" indent="-27432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900"/>
        </a:spcAft>
        <a:buClr>
          <a:schemeClr val="tx1"/>
        </a:buClr>
        <a:buSzPct val="100000"/>
        <a:buFont typeface="+mj-lt"/>
        <a:buAutoNum type="arabicPeriod"/>
        <a:tabLst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6pPr>
      <a:lvl7pPr marL="54864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alpha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7pPr>
      <a:lvl8pPr marL="82296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SzPct val="100000"/>
        <a:buFont typeface="+mj-lt"/>
        <a:buAutoNum type="romanLcPeriod"/>
        <a:defRPr sz="2000" kern="1200" baseline="0">
          <a:solidFill>
            <a:schemeClr val="tx1"/>
          </a:solidFill>
          <a:latin typeface="Georgia" pitchFamily="18" charset="0"/>
          <a:ea typeface="+mn-ea"/>
          <a:cs typeface="+mn-cs"/>
        </a:defRPr>
      </a:lvl8pPr>
      <a:lvl9pPr marL="0" indent="-27432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itchFamily="34" charset="0"/>
        <a:buNone/>
        <a:defRPr sz="2000" b="1" kern="1200" baseline="0">
          <a:solidFill>
            <a:schemeClr val="tx2"/>
          </a:solidFill>
          <a:latin typeface="Georgia" pitchFamily="18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0D0749C7-9F7C-E7FC-2FF1-9F10CC938F30}"/>
              </a:ext>
            </a:extLst>
          </p:cNvPr>
          <p:cNvSpPr txBox="1"/>
          <p:nvPr/>
        </p:nvSpPr>
        <p:spPr>
          <a:xfrm>
            <a:off x="676102" y="158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32323"/>
                </a:solidFill>
                <a:latin typeface="Calibri Light"/>
              </a:defRPr>
            </a:pPr>
            <a:r>
              <a:rPr dirty="0"/>
              <a:t>ESG Data Platform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AE5939-6722-C06D-0B7A-4E589D1937C5}"/>
              </a:ext>
            </a:extLst>
          </p:cNvPr>
          <p:cNvSpPr txBox="1"/>
          <p:nvPr/>
        </p:nvSpPr>
        <p:spPr>
          <a:xfrm>
            <a:off x="73152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64646"/>
                </a:solidFill>
                <a:latin typeface="Calibri Light"/>
              </a:defRPr>
            </a:pPr>
            <a:r>
              <a:rPr dirty="0"/>
              <a:t>AI-Powered Document Intelligence for ESG Due Diligence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F7233EB-0724-655C-11FB-41A2685B1A1E}"/>
              </a:ext>
            </a:extLst>
          </p:cNvPr>
          <p:cNvSpPr/>
          <p:nvPr/>
        </p:nvSpPr>
        <p:spPr>
          <a:xfrm>
            <a:off x="0" y="6503670"/>
            <a:ext cx="12191695" cy="320040"/>
          </a:xfrm>
          <a:prstGeom prst="rect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23690D3-49B8-4EE2-57AD-EC07FE6B7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68" y="34290"/>
            <a:ext cx="2156604" cy="1428750"/>
          </a:xfrm>
          <a:prstGeom prst="rect">
            <a:avLst/>
          </a:prstGeom>
        </p:spPr>
      </p:pic>
      <p:sp>
        <p:nvSpPr>
          <p:cNvPr id="62" name="Parallelogram 61">
            <a:extLst>
              <a:ext uri="{FF2B5EF4-FFF2-40B4-BE49-F238E27FC236}">
                <a16:creationId xmlns:a16="http://schemas.microsoft.com/office/drawing/2014/main" id="{32F0D269-DAB0-0615-F1EC-AE9D4F441E4A}"/>
              </a:ext>
            </a:extLst>
          </p:cNvPr>
          <p:cNvSpPr/>
          <p:nvPr/>
        </p:nvSpPr>
        <p:spPr>
          <a:xfrm rot="21480000">
            <a:off x="5039285" y="3566161"/>
            <a:ext cx="3566910" cy="640080"/>
          </a:xfrm>
          <a:prstGeom prst="parallelogram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Parallelogram 63">
            <a:extLst>
              <a:ext uri="{FF2B5EF4-FFF2-40B4-BE49-F238E27FC236}">
                <a16:creationId xmlns:a16="http://schemas.microsoft.com/office/drawing/2014/main" id="{E2401E3A-89C6-430C-77E2-90322A2461A0}"/>
              </a:ext>
            </a:extLst>
          </p:cNvPr>
          <p:cNvSpPr/>
          <p:nvPr/>
        </p:nvSpPr>
        <p:spPr>
          <a:xfrm rot="21420000">
            <a:off x="8539703" y="2610438"/>
            <a:ext cx="3347828" cy="822960"/>
          </a:xfrm>
          <a:prstGeom prst="parallelogram">
            <a:avLst/>
          </a:prstGeom>
          <a:solidFill>
            <a:srgbClr val="FF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E0C666-012F-CAE9-6821-5C654387BEEB}"/>
              </a:ext>
            </a:extLst>
          </p:cNvPr>
          <p:cNvSpPr txBox="1"/>
          <p:nvPr/>
        </p:nvSpPr>
        <p:spPr>
          <a:xfrm>
            <a:off x="475168" y="6024840"/>
            <a:ext cx="42699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32323"/>
                </a:solidFill>
                <a:latin typeface="Calibri Light"/>
              </a:defRPr>
            </a:pPr>
            <a:r>
              <a:rPr lang="en-US" sz="1050" dirty="0"/>
              <a:t>August 2026</a:t>
            </a:r>
            <a:endParaRPr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blipFill dpi="0" rotWithShape="1">
            <a:blip r:embed="rId2">
              <a:alphaModFix amt="56000"/>
            </a:blip>
            <a:srcRect/>
            <a:tile tx="0" ty="0" sx="100000" sy="100000" flip="none" algn="tl"/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" y="274320"/>
            <a:ext cx="2560320" cy="411480"/>
          </a:xfrm>
          <a:prstGeom prst="roundRect">
            <a:avLst/>
          </a:prstGeom>
          <a:solidFill>
            <a:srgbClr val="145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" y="292608"/>
            <a:ext cx="2560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rPr dirty="0"/>
              <a:t>ESG &amp; SUSTAINABILITY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03120"/>
            <a:ext cx="137160" cy="365760"/>
          </a:xfrm>
          <a:prstGeom prst="rect">
            <a:avLst/>
          </a:prstGeom>
          <a:solidFill>
            <a:srgbClr val="3C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65960"/>
            <a:ext cx="137160" cy="475488"/>
          </a:xfrm>
          <a:prstGeom prst="rect">
            <a:avLst/>
          </a:prstGeom>
          <a:solidFill>
            <a:srgbClr val="464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88720" y="1828799"/>
            <a:ext cx="137160" cy="585216"/>
          </a:xfrm>
          <a:prstGeom prst="rect">
            <a:avLst/>
          </a:prstGeom>
          <a:solidFill>
            <a:srgbClr val="505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45920" y="1691639"/>
            <a:ext cx="137160" cy="694944"/>
          </a:xfrm>
          <a:prstGeom prst="rect">
            <a:avLst/>
          </a:prstGeom>
          <a:solidFill>
            <a:srgbClr val="5A5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03120" y="1554479"/>
            <a:ext cx="137160" cy="804672"/>
          </a:xfrm>
          <a:prstGeom prst="rect">
            <a:avLst/>
          </a:prstGeom>
          <a:solidFill>
            <a:srgbClr val="646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407" y="1133307"/>
            <a:ext cx="2651760" cy="3794760"/>
          </a:xfrm>
          <a:prstGeom prst="rect">
            <a:avLst/>
          </a:prstGeom>
          <a:solidFill>
            <a:srgbClr val="F5F5F5"/>
          </a:solidFill>
          <a:ln w="9525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" y="122529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</a:defRPr>
            </a:pPr>
            <a:r>
              <a:rPr dirty="0"/>
              <a:t>Key Highlights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" y="1355397"/>
            <a:ext cx="2468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 dirty="0">
                <a:solidFill>
                  <a:srgbClr val="28282D"/>
                </a:solidFill>
                <a:latin typeface="Calibri"/>
              </a:rPr>
              <a:t>•  6-Agent Orchestration Pipeline</a:t>
            </a:r>
            <a:r>
              <a:rPr sz="900" b="0" dirty="0">
                <a:solidFill>
                  <a:srgbClr val="3C3C41"/>
                </a:solidFill>
                <a:latin typeface="Calibri"/>
              </a:rPr>
              <a:t> powers the entire workflow end-to-end.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 dirty="0">
                <a:solidFill>
                  <a:srgbClr val="28282D"/>
                </a:solidFill>
                <a:latin typeface="Calibri"/>
              </a:rPr>
              <a:t>•  9 Connector Types</a:t>
            </a:r>
            <a:r>
              <a:rPr sz="900" b="0" dirty="0">
                <a:solidFill>
                  <a:srgbClr val="3C3C41"/>
                </a:solidFill>
                <a:latin typeface="Calibri"/>
              </a:rPr>
              <a:t> for data ingestion: File Upload, Google Sheets, REST API, SQL DB, AWS S3, </a:t>
            </a:r>
            <a:r>
              <a:rPr sz="900" b="0" dirty="0" err="1">
                <a:solidFill>
                  <a:srgbClr val="3C3C41"/>
                </a:solidFill>
                <a:latin typeface="Calibri"/>
              </a:rPr>
              <a:t>BigQuery</a:t>
            </a:r>
            <a:r>
              <a:rPr sz="900" b="0" dirty="0">
                <a:solidFill>
                  <a:srgbClr val="3C3C41"/>
                </a:solidFill>
                <a:latin typeface="Calibri"/>
              </a:rPr>
              <a:t>, GCS, Azure Blob, Delta Lake.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 dirty="0">
                <a:solidFill>
                  <a:srgbClr val="28282D"/>
                </a:solidFill>
                <a:latin typeface="Calibri"/>
              </a:rPr>
              <a:t>•  23 Canonical Tables</a:t>
            </a:r>
            <a:r>
              <a:rPr sz="900" b="0" dirty="0">
                <a:solidFill>
                  <a:srgbClr val="3C3C41"/>
                </a:solidFill>
                <a:latin typeface="Calibri"/>
              </a:rPr>
              <a:t> (auto-detected): Companies, ESG Metrics, Compliance, Risks, Financials, Supply Chain, Benchmarks.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 dirty="0">
                <a:solidFill>
                  <a:srgbClr val="28282D"/>
                </a:solidFill>
                <a:latin typeface="Calibri"/>
              </a:rPr>
              <a:t>•  9 Compliance Frameworks</a:t>
            </a:r>
            <a:r>
              <a:rPr sz="900" b="0" dirty="0">
                <a:solidFill>
                  <a:srgbClr val="3C3C41"/>
                </a:solidFill>
                <a:latin typeface="Calibri"/>
              </a:rPr>
              <a:t> covered simultaneously: BRSR, CSRD, GRI, TCFD, SASB, GDPR, SEC, DPDP, SOX.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900" b="1" dirty="0">
                <a:solidFill>
                  <a:srgbClr val="28282D"/>
                </a:solidFill>
                <a:latin typeface="Calibri"/>
              </a:rPr>
              <a:t>•  Deal-Ready Governance:</a:t>
            </a:r>
            <a:r>
              <a:rPr sz="900" b="0" dirty="0">
                <a:solidFill>
                  <a:srgbClr val="3C3C41"/>
                </a:solidFill>
                <a:latin typeface="Calibri"/>
              </a:rPr>
              <a:t> Role-based access (Admin, Manager, Analyst, Viewer) + audit trail + quality scoring + evidence traceability.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28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AI-Driven ESG Due Diligence &amp; Data Intelligence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822960"/>
            <a:ext cx="4343400" cy="2194560"/>
          </a:xfrm>
          <a:prstGeom prst="rect">
            <a:avLst/>
          </a:prstGeom>
          <a:solidFill>
            <a:srgbClr val="FCFCFC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108960" y="822960"/>
            <a:ext cx="4343400" cy="365760"/>
          </a:xfrm>
          <a:prstGeom prst="rect">
            <a:avLst/>
          </a:prstGeom>
          <a:solidFill>
            <a:srgbClr val="F8F8F8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868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D"/>
                </a:solidFill>
                <a:latin typeface="Calibri"/>
              </a:defRPr>
            </a:pPr>
            <a:r>
              <a:rPr dirty="0"/>
              <a:t>Background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868680"/>
            <a:ext cx="320040" cy="27432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949440" y="85953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28282"/>
                </a:solidFill>
                <a:latin typeface="Calibri"/>
              </a:defRPr>
            </a:pPr>
            <a:r>
              <a:rPr dirty="0"/>
              <a:t>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1280160"/>
            <a:ext cx="4160520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The ESG Data Platform is an agentic AI platform that transforms ESG due diligence from a periodic manual task into an always-on intelligent workflow.</a:t>
            </a:r>
          </a:p>
          <a:p>
            <a:pPr>
              <a:spcBef>
                <a:spcPts val="6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It targets M&amp;A deal teams performing acquisition due diligence, IPO readiness, and growth equity analysis across India, EU, and US jurisdictions.</a:t>
            </a:r>
          </a:p>
          <a:p>
            <a:pPr>
              <a:spcBef>
                <a:spcPts val="6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Built on </a:t>
            </a:r>
            <a:r>
              <a:rPr dirty="0" err="1"/>
              <a:t>Streamlit</a:t>
            </a:r>
            <a:r>
              <a:rPr dirty="0"/>
              <a:t> + Claude AI (Anthropic) on Google Vertex AI, it replaces fragmented spreadsheets with a unified 6-agent pipeline.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822960"/>
            <a:ext cx="4343400" cy="2194560"/>
          </a:xfrm>
          <a:prstGeom prst="rect">
            <a:avLst/>
          </a:prstGeom>
          <a:solidFill>
            <a:srgbClr val="FCFCFC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635240" y="822960"/>
            <a:ext cx="4343400" cy="365760"/>
          </a:xfrm>
          <a:prstGeom prst="rect">
            <a:avLst/>
          </a:prstGeom>
          <a:solidFill>
            <a:srgbClr val="F8F8F8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868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D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75720" y="868680"/>
            <a:ext cx="320040" cy="27432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75720" y="85953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FF5A00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1222754"/>
            <a:ext cx="416052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Data silos across sustainability reports, PDFs, regulatory filings, supplier assessments. Manual reconciliation is slow &amp; error-prone.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Framework Complexity: BRSR + CSRD + GRI + TCFD + SASB + GDPR + SEC + DPDP + SOX — different metrics, thresholds, cadences.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Reporting Latency: Traditional due diligence takes weeks per deal. Backward-looking, not actionable in real time.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Greenwashing Risk: Self-reported metrics diverge from operational data. No systematic integrity gap detection.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No Quantified Risk Exposure: Deal teams need hard numbers — financial exposure by ESG pillar, not subjective scores.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3209544"/>
            <a:ext cx="4343400" cy="3437046"/>
          </a:xfrm>
          <a:prstGeom prst="rect">
            <a:avLst/>
          </a:prstGeom>
          <a:solidFill>
            <a:srgbClr val="FCFCFC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108960" y="3209544"/>
            <a:ext cx="4343400" cy="365760"/>
          </a:xfrm>
          <a:prstGeom prst="rect">
            <a:avLst/>
          </a:prstGeom>
          <a:solidFill>
            <a:srgbClr val="F8F8F8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46120" y="32232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8282D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3255264"/>
            <a:ext cx="320040" cy="274320"/>
          </a:xfrm>
          <a:prstGeom prst="roundRect">
            <a:avLst/>
          </a:prstGeom>
          <a:solidFill>
            <a:srgbClr val="F8F8F8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0" y="324612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828282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666744"/>
            <a:ext cx="4160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Registration Agent: 9 connectors · auto-schema detection · AI column mapping to 23 canonical tables.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Metric Analysis Agent: YoY trends · CAGR · intensity metrics · anomaly detection · target progress tracking.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Regulatory Tracker Agent: Monitors BRSR · CSRD · GRI · TCFD · SASB · GDPR · SEC · DPDP · SOX for compliance gaps.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Benchmarking Agent: Tiered peer comparison · percentile ranking · performance classification across 19+ companies.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Risk &amp; Opportunity Agent: 5×5 risk matrix · financial exposure by pillar · deal recommendations · opportunity cards.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Review &amp; Report Agent: Quality scoring · conflict detection · governance validation · executive report generation.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223259"/>
            <a:ext cx="4343400" cy="3451861"/>
          </a:xfrm>
          <a:prstGeom prst="rect">
            <a:avLst/>
          </a:prstGeom>
          <a:solidFill>
            <a:srgbClr val="FCFCFC"/>
          </a:solidFill>
          <a:ln w="9525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3223260"/>
            <a:ext cx="4343400" cy="365760"/>
          </a:xfrm>
          <a:prstGeom prst="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35240" y="32689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617506"/>
            <a:ext cx="416052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Due Diligence Cycle: Weeks/Months → Hours — Real-time pipeline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Framework Coverage: Single framework → 9 frameworks simultaneously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Risk Assessment: Subjective → Quantified financial exposure by E/S/G pillar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Data Quality: Manual checks → AI-powered quality scoring + anomaly detection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Governance: Ad-hoc review → Role-based access + audit trail + conflict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80" y="454914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8282D"/>
                </a:solidFill>
                <a:latin typeface="Calibri"/>
              </a:defRPr>
            </a:pPr>
            <a:r>
              <a:rPr dirty="0"/>
              <a:t>Key Benefits: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4726809"/>
            <a:ext cx="4160520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Cycles: 80% faster.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Agents: 6 AI agents orchestrated.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Compliance Gaps: Auto-detected with remediation plans.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Frameworks: 9 simultaneous.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Peer Benchmarks: 19+ companies · 5 countries.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Deals Supported: M&amp;A, Due Diligence, IPO, Growth Equity.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80" y="5778907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8282D"/>
                </a:solidFill>
                <a:latin typeface="Calibri"/>
              </a:defRPr>
            </a:pPr>
            <a:r>
              <a:rPr dirty="0"/>
              <a:t>Next Steps: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5961787"/>
            <a:ext cx="4160520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Expand connector ecosystem for real-time enterprise data ingestion (SAP, Workday).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>
                <a:solidFill>
                  <a:srgbClr val="3C3C41"/>
                </a:solidFill>
                <a:latin typeface="Calibri"/>
              </a:defRPr>
            </a:pPr>
            <a:r>
              <a:rPr dirty="0"/>
              <a:t>☐  From compliance checkbox to strategic intelligence — Predictive risk scoring · Quantified deal impact · Actionable recommendations.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601218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828282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wC">
  <a:themeElements>
    <a:clrScheme name="PwC Orange">
      <a:dk1>
        <a:srgbClr val="000000"/>
      </a:dk1>
      <a:lt1>
        <a:srgbClr val="FFFFFF"/>
      </a:lt1>
      <a:dk2>
        <a:srgbClr val="DC6900"/>
      </a:dk2>
      <a:lt2>
        <a:srgbClr val="FFFFFF"/>
      </a:lt2>
      <a:accent1>
        <a:srgbClr val="DC6900"/>
      </a:accent1>
      <a:accent2>
        <a:srgbClr val="FFB600"/>
      </a:accent2>
      <a:accent3>
        <a:srgbClr val="602320"/>
      </a:accent3>
      <a:accent4>
        <a:srgbClr val="E27588"/>
      </a:accent4>
      <a:accent5>
        <a:srgbClr val="A32020"/>
      </a:accent5>
      <a:accent6>
        <a:srgbClr val="E0301E"/>
      </a:accent6>
      <a:hlink>
        <a:srgbClr val="0000FF"/>
      </a:hlink>
      <a:folHlink>
        <a:srgbClr val="0000FF"/>
      </a:folHlink>
    </a:clrScheme>
    <a:fontScheme name="PwC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ltGray">
        <a:solidFill>
          <a:schemeClr val="tx2"/>
        </a:solidFill>
        <a:ln w="3175"/>
      </a:spPr>
      <a:bodyPr rtlCol="0" anchor="ctr"/>
      <a:lstStyle>
        <a:defPPr algn="ctr">
          <a:defRPr dirty="0" err="1" smtClean="0">
            <a:solidFill>
              <a:schemeClr val="bg1"/>
            </a:solidFill>
            <a:latin typeface="Georg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indent="-274320">
          <a:spcAft>
            <a:spcPts val="900"/>
          </a:spcAft>
          <a:defRPr sz="2000" dirty="0" err="1" smtClean="0">
            <a:latin typeface="Georgia" pitchFamily="18" charset="0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PwC</Template>
  <TotalTime>47</TotalTime>
  <Words>624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PwC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Dania Mahtab (IN)</cp:lastModifiedBy>
  <cp:revision>1</cp:revision>
  <dcterms:created xsi:type="dcterms:W3CDTF">2013-01-27T09:14:16Z</dcterms:created>
  <dcterms:modified xsi:type="dcterms:W3CDTF">2026-08-05T12:40:13Z</dcterms:modified>
  <cp:category/>
</cp:coreProperties>
</file>